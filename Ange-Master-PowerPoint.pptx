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1" r:id="rId3"/>
    <p:sldId id="262" r:id="rId4"/>
    <p:sldId id="290" r:id="rId5"/>
    <p:sldId id="270" r:id="rId6"/>
    <p:sldId id="266" r:id="rId7"/>
    <p:sldId id="293" r:id="rId8"/>
    <p:sldId id="300" r:id="rId9"/>
    <p:sldId id="302" r:id="rId10"/>
    <p:sldId id="303" r:id="rId11"/>
    <p:sldId id="297" r:id="rId12"/>
    <p:sldId id="279" r:id="rId13"/>
    <p:sldId id="282" r:id="rId14"/>
  </p:sldIdLst>
  <p:sldSz cx="9144000" cy="6858000" type="screen4x3"/>
  <p:notesSz cx="7559675" cy="10691813"/>
  <p:defaultTextStyle>
    <a:defPPr>
      <a:defRPr lang="en-GB"/>
    </a:defPPr>
    <a:lvl1pPr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1pPr>
    <a:lvl2pPr marL="742950" indent="-28575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2pPr>
    <a:lvl3pPr marL="11430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3pPr>
    <a:lvl4pPr marL="16002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4pPr>
    <a:lvl5pPr marL="20574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WenQuanYi Micro Hei" charset="0"/>
        <a:cs typeface="WenQuanYi Micro Hei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3EED2A3-3A59-4EE0-BEF8-4A1632D0B4C8}">
          <p14:sldIdLst>
            <p14:sldId id="256"/>
            <p14:sldId id="261"/>
            <p14:sldId id="262"/>
            <p14:sldId id="290"/>
            <p14:sldId id="270"/>
            <p14:sldId id="266"/>
            <p14:sldId id="293"/>
            <p14:sldId id="300"/>
            <p14:sldId id="302"/>
            <p14:sldId id="303"/>
          </p14:sldIdLst>
        </p14:section>
        <p14:section name="Untitled Section" id="{87A5A129-D0DB-4A91-8E79-17D51708164B}">
          <p14:sldIdLst>
            <p14:sldId id="297"/>
            <p14:sldId id="279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 EliteBook 2540p" initials="HE2" lastIdx="43" clrIdx="0"/>
  <p:cmAuthor id="2" name="mouhamed mbengue" initials="mm" lastIdx="1" clrIdx="1">
    <p:extLst>
      <p:ext uri="{19B8F6BF-5375-455C-9EA6-DF929625EA0E}">
        <p15:presenceInfo xmlns:p15="http://schemas.microsoft.com/office/powerpoint/2012/main" userId="d3d1a4b1006156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64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5" autoAdjust="0"/>
    <p:restoredTop sz="88198" autoAdjust="0"/>
  </p:normalViewPr>
  <p:slideViewPr>
    <p:cSldViewPr>
      <p:cViewPr>
        <p:scale>
          <a:sx n="126" d="100"/>
          <a:sy n="126" d="100"/>
        </p:scale>
        <p:origin x="1400" y="1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7AF08F-6E7B-468C-8038-F1DD259279DE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A23C65A4-23A4-4AD1-BD97-05823A28A702}">
      <dgm:prSet custT="1"/>
      <dgm:spPr/>
      <dgm:t>
        <a:bodyPr/>
        <a:lstStyle/>
        <a:p>
          <a:pPr rtl="0"/>
          <a:r>
            <a:rPr lang="fr-FR" sz="2000" dirty="0"/>
            <a:t>INTRODUCTION</a:t>
          </a:r>
        </a:p>
      </dgm:t>
    </dgm:pt>
    <dgm:pt modelId="{CCD68A79-DA09-4E9B-BC55-734E9FA69626}" type="parTrans" cxnId="{27C0A35B-AE7F-401F-9A5E-6ADE95D7475E}">
      <dgm:prSet/>
      <dgm:spPr/>
      <dgm:t>
        <a:bodyPr/>
        <a:lstStyle/>
        <a:p>
          <a:endParaRPr lang="fr-FR"/>
        </a:p>
      </dgm:t>
    </dgm:pt>
    <dgm:pt modelId="{0CDF4C15-9EAC-4C68-A9C5-9C8ECA25F2B3}" type="sibTrans" cxnId="{27C0A35B-AE7F-401F-9A5E-6ADE95D7475E}">
      <dgm:prSet/>
      <dgm:spPr/>
      <dgm:t>
        <a:bodyPr/>
        <a:lstStyle/>
        <a:p>
          <a:endParaRPr lang="fr-FR"/>
        </a:p>
      </dgm:t>
    </dgm:pt>
    <dgm:pt modelId="{CF63FA51-620C-456D-B613-B16516FDC86A}">
      <dgm:prSet custT="1"/>
      <dgm:spPr/>
      <dgm:t>
        <a:bodyPr/>
        <a:lstStyle/>
        <a:p>
          <a:pPr rtl="0"/>
          <a:r>
            <a:rPr lang="fr-FR" sz="2000" dirty="0"/>
            <a:t>Problématique </a:t>
          </a:r>
        </a:p>
      </dgm:t>
    </dgm:pt>
    <dgm:pt modelId="{4B858510-FB72-455D-812C-35639B554D13}" type="parTrans" cxnId="{155058AE-9D96-4D11-A9D5-91BB06EC8F4B}">
      <dgm:prSet/>
      <dgm:spPr/>
      <dgm:t>
        <a:bodyPr/>
        <a:lstStyle/>
        <a:p>
          <a:endParaRPr lang="fr-FR"/>
        </a:p>
      </dgm:t>
    </dgm:pt>
    <dgm:pt modelId="{F0FAECBE-A739-40AA-871F-F5DAC1DD552A}" type="sibTrans" cxnId="{155058AE-9D96-4D11-A9D5-91BB06EC8F4B}">
      <dgm:prSet/>
      <dgm:spPr/>
      <dgm:t>
        <a:bodyPr/>
        <a:lstStyle/>
        <a:p>
          <a:endParaRPr lang="fr-FR"/>
        </a:p>
      </dgm:t>
    </dgm:pt>
    <dgm:pt modelId="{9589F44F-1697-4074-B83B-EB3908FE702E}">
      <dgm:prSet custT="1"/>
      <dgm:spPr/>
      <dgm:t>
        <a:bodyPr/>
        <a:lstStyle/>
        <a:p>
          <a:pPr rtl="0"/>
          <a:r>
            <a:rPr lang="fr-FR" sz="2000" dirty="0"/>
            <a:t>Présentation du sujet</a:t>
          </a:r>
        </a:p>
      </dgm:t>
    </dgm:pt>
    <dgm:pt modelId="{C3894AEE-CC2F-4101-9A48-08D26FED898F}" type="parTrans" cxnId="{8B22EA60-25AF-4ECB-BEBA-146A6AF393FE}">
      <dgm:prSet/>
      <dgm:spPr/>
      <dgm:t>
        <a:bodyPr/>
        <a:lstStyle/>
        <a:p>
          <a:endParaRPr lang="fr-FR"/>
        </a:p>
      </dgm:t>
    </dgm:pt>
    <dgm:pt modelId="{A7CF7EBE-0DDE-4C25-8AED-A8FC082A984D}" type="sibTrans" cxnId="{8B22EA60-25AF-4ECB-BEBA-146A6AF393FE}">
      <dgm:prSet/>
      <dgm:spPr/>
      <dgm:t>
        <a:bodyPr/>
        <a:lstStyle/>
        <a:p>
          <a:endParaRPr lang="fr-FR"/>
        </a:p>
      </dgm:t>
    </dgm:pt>
    <dgm:pt modelId="{674BA957-54FD-415E-BE4F-22FEEA843B3D}">
      <dgm:prSet custT="1"/>
      <dgm:spPr/>
      <dgm:t>
        <a:bodyPr/>
        <a:lstStyle/>
        <a:p>
          <a:pPr rtl="0"/>
          <a:r>
            <a:rPr lang="fr-FR" sz="2000" dirty="0"/>
            <a:t>Analyse et Modélisation</a:t>
          </a:r>
        </a:p>
      </dgm:t>
    </dgm:pt>
    <dgm:pt modelId="{EAF2B5D7-723F-42F6-9B55-025011D31454}" type="parTrans" cxnId="{36C47ADF-CE3D-4396-A274-024E72FD3DE4}">
      <dgm:prSet/>
      <dgm:spPr/>
      <dgm:t>
        <a:bodyPr/>
        <a:lstStyle/>
        <a:p>
          <a:endParaRPr lang="fr-FR"/>
        </a:p>
      </dgm:t>
    </dgm:pt>
    <dgm:pt modelId="{6A11884B-730F-485F-A480-B5F409746091}" type="sibTrans" cxnId="{36C47ADF-CE3D-4396-A274-024E72FD3DE4}">
      <dgm:prSet/>
      <dgm:spPr/>
      <dgm:t>
        <a:bodyPr/>
        <a:lstStyle/>
        <a:p>
          <a:endParaRPr lang="fr-FR"/>
        </a:p>
      </dgm:t>
    </dgm:pt>
    <dgm:pt modelId="{1075A29C-1ABE-4BDA-9C0E-B329D07F4B30}">
      <dgm:prSet custT="1"/>
      <dgm:spPr/>
      <dgm:t>
        <a:bodyPr/>
        <a:lstStyle/>
        <a:p>
          <a:pPr rtl="0"/>
          <a:r>
            <a:rPr lang="fr-FR" sz="2000" dirty="0"/>
            <a:t>Conclusion</a:t>
          </a:r>
        </a:p>
      </dgm:t>
    </dgm:pt>
    <dgm:pt modelId="{D4366A30-B64C-488C-8400-B5955FCCE967}" type="parTrans" cxnId="{16DB9708-94A8-4A8C-99AA-644D6254CFCD}">
      <dgm:prSet/>
      <dgm:spPr/>
      <dgm:t>
        <a:bodyPr/>
        <a:lstStyle/>
        <a:p>
          <a:endParaRPr lang="fr-FR"/>
        </a:p>
      </dgm:t>
    </dgm:pt>
    <dgm:pt modelId="{4399B1A2-E21F-4EC1-9975-1C623599CEDC}" type="sibTrans" cxnId="{16DB9708-94A8-4A8C-99AA-644D6254CFCD}">
      <dgm:prSet/>
      <dgm:spPr/>
      <dgm:t>
        <a:bodyPr/>
        <a:lstStyle/>
        <a:p>
          <a:endParaRPr lang="fr-FR"/>
        </a:p>
      </dgm:t>
    </dgm:pt>
    <dgm:pt modelId="{6D217674-DFCF-4F28-A415-0AFB89804A5F}">
      <dgm:prSet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Zoom sur la bouteille de gaz (</a:t>
          </a:r>
          <a:r>
            <a:rPr lang="en-US" sz="1600" b="1" dirty="0" err="1">
              <a:solidFill>
                <a:schemeClr val="bg1"/>
              </a:solidFill>
            </a:rPr>
            <a:t>Analogie</a:t>
          </a:r>
          <a:r>
            <a:rPr lang="en-US" sz="1600" b="1" dirty="0">
              <a:solidFill>
                <a:schemeClr val="bg1"/>
              </a:solidFill>
            </a:rPr>
            <a:t> de la </a:t>
          </a:r>
          <a:r>
            <a:rPr lang="en-US" sz="1600" b="1" dirty="0" err="1">
              <a:solidFill>
                <a:schemeClr val="bg1"/>
              </a:solidFill>
            </a:rPr>
            <a:t>bouteille</a:t>
          </a:r>
          <a:r>
            <a:rPr lang="en-US" sz="1600" b="1" dirty="0">
              <a:solidFill>
                <a:schemeClr val="bg1"/>
              </a:solidFill>
            </a:rPr>
            <a:t> </a:t>
          </a:r>
          <a:r>
            <a:rPr lang="en-US" sz="1600" b="1" dirty="0" err="1">
              <a:solidFill>
                <a:schemeClr val="bg1"/>
              </a:solidFill>
            </a:rPr>
            <a:t>d’eau</a:t>
          </a:r>
          <a:r>
            <a:rPr lang="en-US" sz="1600" b="1" dirty="0">
              <a:solidFill>
                <a:schemeClr val="bg1"/>
              </a:solidFill>
            </a:rPr>
            <a:t>)</a:t>
          </a:r>
          <a:endParaRPr lang="fr-FR" sz="1600" b="1" dirty="0">
            <a:solidFill>
              <a:schemeClr val="bg1"/>
            </a:solidFill>
          </a:endParaRPr>
        </a:p>
      </dgm:t>
    </dgm:pt>
    <dgm:pt modelId="{5DF657B3-11F9-458A-B84E-C648D8C8458A}" type="parTrans" cxnId="{CAFE6A97-240E-4ED5-9150-E14B24AA8D66}">
      <dgm:prSet/>
      <dgm:spPr/>
      <dgm:t>
        <a:bodyPr/>
        <a:lstStyle/>
        <a:p>
          <a:endParaRPr lang="fr-FR"/>
        </a:p>
      </dgm:t>
    </dgm:pt>
    <dgm:pt modelId="{FFCDA78C-46D2-45F3-A8CF-9ADBBB82F23A}" type="sibTrans" cxnId="{CAFE6A97-240E-4ED5-9150-E14B24AA8D66}">
      <dgm:prSet/>
      <dgm:spPr/>
      <dgm:t>
        <a:bodyPr/>
        <a:lstStyle/>
        <a:p>
          <a:endParaRPr lang="fr-FR"/>
        </a:p>
      </dgm:t>
    </dgm:pt>
    <dgm:pt modelId="{53091FBD-E65F-448A-A76C-5D75B4A38B70}">
      <dgm:prSet custT="1"/>
      <dgm:spPr/>
      <dgm:t>
        <a:bodyPr/>
        <a:lstStyle/>
        <a:p>
          <a:pPr rtl="0"/>
          <a:r>
            <a:rPr lang="fr-FR" sz="2000" dirty="0"/>
            <a:t>Live </a:t>
          </a:r>
          <a:r>
            <a:rPr lang="fr-FR" sz="2000" dirty="0" err="1"/>
            <a:t>Demo</a:t>
          </a:r>
          <a:endParaRPr lang="fr-FR" sz="2000" dirty="0"/>
        </a:p>
      </dgm:t>
    </dgm:pt>
    <dgm:pt modelId="{E68B6F5A-C4BC-4E31-9446-6903B90651D7}" type="parTrans" cxnId="{3A6DC3FA-E685-46CA-86F8-9A873FD35581}">
      <dgm:prSet/>
      <dgm:spPr/>
      <dgm:t>
        <a:bodyPr/>
        <a:lstStyle/>
        <a:p>
          <a:endParaRPr lang="fr-FR"/>
        </a:p>
      </dgm:t>
    </dgm:pt>
    <dgm:pt modelId="{7F719472-7F80-4760-9E40-29A8F16D7E1A}" type="sibTrans" cxnId="{3A6DC3FA-E685-46CA-86F8-9A873FD35581}">
      <dgm:prSet/>
      <dgm:spPr/>
      <dgm:t>
        <a:bodyPr/>
        <a:lstStyle/>
        <a:p>
          <a:endParaRPr lang="fr-FR"/>
        </a:p>
      </dgm:t>
    </dgm:pt>
    <dgm:pt modelId="{1ABE0D93-7566-425D-AF42-38F6E05E3193}">
      <dgm:prSet custT="1"/>
      <dgm:spPr/>
      <dgm:t>
        <a:bodyPr/>
        <a:lstStyle/>
        <a:p>
          <a:pPr rtl="0"/>
          <a:r>
            <a:rPr lang="fr-FR" sz="2000" dirty="0"/>
            <a:t>Architecture du projet</a:t>
          </a:r>
        </a:p>
      </dgm:t>
    </dgm:pt>
    <dgm:pt modelId="{A77790E1-320B-46AA-B096-ACCD146DD0C5}" type="parTrans" cxnId="{57BA0ADF-0A6F-4E44-B15E-A40E4FE8B06F}">
      <dgm:prSet/>
      <dgm:spPr/>
      <dgm:t>
        <a:bodyPr/>
        <a:lstStyle/>
        <a:p>
          <a:endParaRPr lang="fr-FR"/>
        </a:p>
      </dgm:t>
    </dgm:pt>
    <dgm:pt modelId="{E5E2DBE3-1154-44A2-BFE4-19369899980D}" type="sibTrans" cxnId="{57BA0ADF-0A6F-4E44-B15E-A40E4FE8B06F}">
      <dgm:prSet/>
      <dgm:spPr/>
      <dgm:t>
        <a:bodyPr/>
        <a:lstStyle/>
        <a:p>
          <a:endParaRPr lang="fr-FR"/>
        </a:p>
      </dgm:t>
    </dgm:pt>
    <dgm:pt modelId="{A96C995A-E7F4-42B1-A48F-AB74EFBF8CA8}" type="pres">
      <dgm:prSet presAssocID="{C37AF08F-6E7B-468C-8038-F1DD259279DE}" presName="linear" presStyleCnt="0">
        <dgm:presLayoutVars>
          <dgm:dir/>
          <dgm:animLvl val="lvl"/>
          <dgm:resizeHandles val="exact"/>
        </dgm:presLayoutVars>
      </dgm:prSet>
      <dgm:spPr/>
    </dgm:pt>
    <dgm:pt modelId="{D86CD001-E215-41F6-B8AA-B1E13F554199}" type="pres">
      <dgm:prSet presAssocID="{A23C65A4-23A4-4AD1-BD97-05823A28A702}" presName="parentLin" presStyleCnt="0"/>
      <dgm:spPr/>
    </dgm:pt>
    <dgm:pt modelId="{A051916C-BCAA-41A7-B2D6-3D3029B92B5F}" type="pres">
      <dgm:prSet presAssocID="{A23C65A4-23A4-4AD1-BD97-05823A28A702}" presName="parentLeftMargin" presStyleLbl="node1" presStyleIdx="0" presStyleCnt="8"/>
      <dgm:spPr/>
    </dgm:pt>
    <dgm:pt modelId="{96A18A30-8E77-472C-857F-32814786AAE7}" type="pres">
      <dgm:prSet presAssocID="{A23C65A4-23A4-4AD1-BD97-05823A28A702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B79A24C9-57CA-4919-93CC-1D27617BC6B2}" type="pres">
      <dgm:prSet presAssocID="{A23C65A4-23A4-4AD1-BD97-05823A28A702}" presName="negativeSpace" presStyleCnt="0"/>
      <dgm:spPr/>
    </dgm:pt>
    <dgm:pt modelId="{9E46A07C-5FE5-41A2-A283-682E5ACD55C0}" type="pres">
      <dgm:prSet presAssocID="{A23C65A4-23A4-4AD1-BD97-05823A28A702}" presName="childText" presStyleLbl="conFgAcc1" presStyleIdx="0" presStyleCnt="8">
        <dgm:presLayoutVars>
          <dgm:bulletEnabled val="1"/>
        </dgm:presLayoutVars>
      </dgm:prSet>
      <dgm:spPr/>
    </dgm:pt>
    <dgm:pt modelId="{34F1DCC7-4C24-4588-9DFC-62D16D021AD5}" type="pres">
      <dgm:prSet presAssocID="{0CDF4C15-9EAC-4C68-A9C5-9C8ECA25F2B3}" presName="spaceBetweenRectangles" presStyleCnt="0"/>
      <dgm:spPr/>
    </dgm:pt>
    <dgm:pt modelId="{3FF5C7B3-2E2F-46B9-A6B9-3EE5434F63C4}" type="pres">
      <dgm:prSet presAssocID="{CF63FA51-620C-456D-B613-B16516FDC86A}" presName="parentLin" presStyleCnt="0"/>
      <dgm:spPr/>
    </dgm:pt>
    <dgm:pt modelId="{75DACEA9-191E-40DD-8E19-AA6AC48450E9}" type="pres">
      <dgm:prSet presAssocID="{CF63FA51-620C-456D-B613-B16516FDC86A}" presName="parentLeftMargin" presStyleLbl="node1" presStyleIdx="0" presStyleCnt="8"/>
      <dgm:spPr/>
    </dgm:pt>
    <dgm:pt modelId="{1A29B2B9-5348-4E7F-B43F-71F2F6B72924}" type="pres">
      <dgm:prSet presAssocID="{CF63FA51-620C-456D-B613-B16516FDC86A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78F88D8-728C-45CD-ABB0-2DCC0664F5C3}" type="pres">
      <dgm:prSet presAssocID="{CF63FA51-620C-456D-B613-B16516FDC86A}" presName="negativeSpace" presStyleCnt="0"/>
      <dgm:spPr/>
    </dgm:pt>
    <dgm:pt modelId="{4B556BF9-2A09-44D6-B420-10EE2878784C}" type="pres">
      <dgm:prSet presAssocID="{CF63FA51-620C-456D-B613-B16516FDC86A}" presName="childText" presStyleLbl="conFgAcc1" presStyleIdx="1" presStyleCnt="8">
        <dgm:presLayoutVars>
          <dgm:bulletEnabled val="1"/>
        </dgm:presLayoutVars>
      </dgm:prSet>
      <dgm:spPr/>
    </dgm:pt>
    <dgm:pt modelId="{8E2DC8A7-7254-4D20-B0C3-653C56989281}" type="pres">
      <dgm:prSet presAssocID="{F0FAECBE-A739-40AA-871F-F5DAC1DD552A}" presName="spaceBetweenRectangles" presStyleCnt="0"/>
      <dgm:spPr/>
    </dgm:pt>
    <dgm:pt modelId="{944042A6-C7D5-4172-96CA-306BCE8D391D}" type="pres">
      <dgm:prSet presAssocID="{9589F44F-1697-4074-B83B-EB3908FE702E}" presName="parentLin" presStyleCnt="0"/>
      <dgm:spPr/>
    </dgm:pt>
    <dgm:pt modelId="{94BCE7C2-0730-4558-9614-1BFFB3802676}" type="pres">
      <dgm:prSet presAssocID="{9589F44F-1697-4074-B83B-EB3908FE702E}" presName="parentLeftMargin" presStyleLbl="node1" presStyleIdx="1" presStyleCnt="8"/>
      <dgm:spPr/>
    </dgm:pt>
    <dgm:pt modelId="{CE906307-116B-4EBE-856E-44BF03E727C7}" type="pres">
      <dgm:prSet presAssocID="{9589F44F-1697-4074-B83B-EB3908FE702E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0B4FB765-B403-4B87-B123-479365A09C7A}" type="pres">
      <dgm:prSet presAssocID="{9589F44F-1697-4074-B83B-EB3908FE702E}" presName="negativeSpace" presStyleCnt="0"/>
      <dgm:spPr/>
    </dgm:pt>
    <dgm:pt modelId="{9476CBCC-DCE0-4FF6-A3A7-B517ED52BD93}" type="pres">
      <dgm:prSet presAssocID="{9589F44F-1697-4074-B83B-EB3908FE702E}" presName="childText" presStyleLbl="conFgAcc1" presStyleIdx="2" presStyleCnt="8">
        <dgm:presLayoutVars>
          <dgm:bulletEnabled val="1"/>
        </dgm:presLayoutVars>
      </dgm:prSet>
      <dgm:spPr/>
    </dgm:pt>
    <dgm:pt modelId="{C0FB737A-34CA-49F8-88EB-11DB0DC76831}" type="pres">
      <dgm:prSet presAssocID="{A7CF7EBE-0DDE-4C25-8AED-A8FC082A984D}" presName="spaceBetweenRectangles" presStyleCnt="0"/>
      <dgm:spPr/>
    </dgm:pt>
    <dgm:pt modelId="{07DFD8A8-A55A-4DA2-BF32-4F51C98B4A75}" type="pres">
      <dgm:prSet presAssocID="{674BA957-54FD-415E-BE4F-22FEEA843B3D}" presName="parentLin" presStyleCnt="0"/>
      <dgm:spPr/>
    </dgm:pt>
    <dgm:pt modelId="{BE8022DF-0BEB-4109-94C8-03B63A438D9E}" type="pres">
      <dgm:prSet presAssocID="{674BA957-54FD-415E-BE4F-22FEEA843B3D}" presName="parentLeftMargin" presStyleLbl="node1" presStyleIdx="2" presStyleCnt="8"/>
      <dgm:spPr/>
    </dgm:pt>
    <dgm:pt modelId="{F40645B2-36AB-4294-81F9-491996952203}" type="pres">
      <dgm:prSet presAssocID="{674BA957-54FD-415E-BE4F-22FEEA843B3D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90304FC-9BBE-4BE0-BB62-287CFB18C159}" type="pres">
      <dgm:prSet presAssocID="{674BA957-54FD-415E-BE4F-22FEEA843B3D}" presName="negativeSpace" presStyleCnt="0"/>
      <dgm:spPr/>
    </dgm:pt>
    <dgm:pt modelId="{F8D02F53-6359-4130-A0F3-63CA9227C695}" type="pres">
      <dgm:prSet presAssocID="{674BA957-54FD-415E-BE4F-22FEEA843B3D}" presName="childText" presStyleLbl="conFgAcc1" presStyleIdx="3" presStyleCnt="8">
        <dgm:presLayoutVars>
          <dgm:bulletEnabled val="1"/>
        </dgm:presLayoutVars>
      </dgm:prSet>
      <dgm:spPr/>
    </dgm:pt>
    <dgm:pt modelId="{8C3617A4-639D-400E-943C-294782D073F8}" type="pres">
      <dgm:prSet presAssocID="{6A11884B-730F-485F-A480-B5F409746091}" presName="spaceBetweenRectangles" presStyleCnt="0"/>
      <dgm:spPr/>
    </dgm:pt>
    <dgm:pt modelId="{F1FE4DB4-451B-4541-914F-8227854D3123}" type="pres">
      <dgm:prSet presAssocID="{1ABE0D93-7566-425D-AF42-38F6E05E3193}" presName="parentLin" presStyleCnt="0"/>
      <dgm:spPr/>
    </dgm:pt>
    <dgm:pt modelId="{BE8E3F68-6BF3-478A-AA4B-BC25F1F4A5F2}" type="pres">
      <dgm:prSet presAssocID="{1ABE0D93-7566-425D-AF42-38F6E05E3193}" presName="parentLeftMargin" presStyleLbl="node1" presStyleIdx="3" presStyleCnt="8"/>
      <dgm:spPr/>
    </dgm:pt>
    <dgm:pt modelId="{345F6CEB-A435-4EA1-A22F-7DE8F65C33BA}" type="pres">
      <dgm:prSet presAssocID="{1ABE0D93-7566-425D-AF42-38F6E05E319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04F2769-18DA-4809-8CF3-9166C25F9D9A}" type="pres">
      <dgm:prSet presAssocID="{1ABE0D93-7566-425D-AF42-38F6E05E3193}" presName="negativeSpace" presStyleCnt="0"/>
      <dgm:spPr/>
    </dgm:pt>
    <dgm:pt modelId="{A33545ED-2FDF-474A-AB83-301C56E0F084}" type="pres">
      <dgm:prSet presAssocID="{1ABE0D93-7566-425D-AF42-38F6E05E3193}" presName="childText" presStyleLbl="conFgAcc1" presStyleIdx="4" presStyleCnt="8">
        <dgm:presLayoutVars>
          <dgm:bulletEnabled val="1"/>
        </dgm:presLayoutVars>
      </dgm:prSet>
      <dgm:spPr/>
    </dgm:pt>
    <dgm:pt modelId="{5DB86B1E-9A25-4AC1-8F44-0B4F99F52F1B}" type="pres">
      <dgm:prSet presAssocID="{E5E2DBE3-1154-44A2-BFE4-19369899980D}" presName="spaceBetweenRectangles" presStyleCnt="0"/>
      <dgm:spPr/>
    </dgm:pt>
    <dgm:pt modelId="{C1091F8E-7DC5-45CA-84EE-8665B523999F}" type="pres">
      <dgm:prSet presAssocID="{6D217674-DFCF-4F28-A415-0AFB89804A5F}" presName="parentLin" presStyleCnt="0"/>
      <dgm:spPr/>
    </dgm:pt>
    <dgm:pt modelId="{7034005A-2645-43DA-9AE6-FA85D974A13E}" type="pres">
      <dgm:prSet presAssocID="{6D217674-DFCF-4F28-A415-0AFB89804A5F}" presName="parentLeftMargin" presStyleLbl="node1" presStyleIdx="4" presStyleCnt="8"/>
      <dgm:spPr/>
    </dgm:pt>
    <dgm:pt modelId="{FF993A8E-9D6A-4535-9658-76154C745797}" type="pres">
      <dgm:prSet presAssocID="{6D217674-DFCF-4F28-A415-0AFB89804A5F}" presName="parentText" presStyleLbl="node1" presStyleIdx="5" presStyleCnt="8" custScaleY="104587">
        <dgm:presLayoutVars>
          <dgm:chMax val="0"/>
          <dgm:bulletEnabled val="1"/>
        </dgm:presLayoutVars>
      </dgm:prSet>
      <dgm:spPr/>
    </dgm:pt>
    <dgm:pt modelId="{5C8E17E4-3419-4549-9EFB-598CF1775A0D}" type="pres">
      <dgm:prSet presAssocID="{6D217674-DFCF-4F28-A415-0AFB89804A5F}" presName="negativeSpace" presStyleCnt="0"/>
      <dgm:spPr/>
    </dgm:pt>
    <dgm:pt modelId="{69E574D0-F995-4AFB-BF29-3AB69F6DF984}" type="pres">
      <dgm:prSet presAssocID="{6D217674-DFCF-4F28-A415-0AFB89804A5F}" presName="childText" presStyleLbl="conFgAcc1" presStyleIdx="5" presStyleCnt="8">
        <dgm:presLayoutVars>
          <dgm:bulletEnabled val="1"/>
        </dgm:presLayoutVars>
      </dgm:prSet>
      <dgm:spPr/>
    </dgm:pt>
    <dgm:pt modelId="{07C53FA4-2AC2-46ED-A13D-4C3DB7E2593C}" type="pres">
      <dgm:prSet presAssocID="{FFCDA78C-46D2-45F3-A8CF-9ADBBB82F23A}" presName="spaceBetweenRectangles" presStyleCnt="0"/>
      <dgm:spPr/>
    </dgm:pt>
    <dgm:pt modelId="{FF3F800E-E03B-4E2A-B3C5-A16282EC3363}" type="pres">
      <dgm:prSet presAssocID="{53091FBD-E65F-448A-A76C-5D75B4A38B70}" presName="parentLin" presStyleCnt="0"/>
      <dgm:spPr/>
    </dgm:pt>
    <dgm:pt modelId="{8E36FD97-B462-4F30-96D0-BF24D0E90DA2}" type="pres">
      <dgm:prSet presAssocID="{53091FBD-E65F-448A-A76C-5D75B4A38B70}" presName="parentLeftMargin" presStyleLbl="node1" presStyleIdx="5" presStyleCnt="8"/>
      <dgm:spPr/>
    </dgm:pt>
    <dgm:pt modelId="{5D8035FB-BB95-4626-81D0-FADE282CAE18}" type="pres">
      <dgm:prSet presAssocID="{53091FBD-E65F-448A-A76C-5D75B4A38B7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6ABE279-77AF-4644-8AB5-DD3E6462195D}" type="pres">
      <dgm:prSet presAssocID="{53091FBD-E65F-448A-A76C-5D75B4A38B70}" presName="negativeSpace" presStyleCnt="0"/>
      <dgm:spPr/>
    </dgm:pt>
    <dgm:pt modelId="{51DF5821-E3B3-4DFA-B093-578807102350}" type="pres">
      <dgm:prSet presAssocID="{53091FBD-E65F-448A-A76C-5D75B4A38B70}" presName="childText" presStyleLbl="conFgAcc1" presStyleIdx="6" presStyleCnt="8">
        <dgm:presLayoutVars>
          <dgm:bulletEnabled val="1"/>
        </dgm:presLayoutVars>
      </dgm:prSet>
      <dgm:spPr/>
    </dgm:pt>
    <dgm:pt modelId="{77C8CDB0-7146-49E1-A460-16C22142C1A2}" type="pres">
      <dgm:prSet presAssocID="{7F719472-7F80-4760-9E40-29A8F16D7E1A}" presName="spaceBetweenRectangles" presStyleCnt="0"/>
      <dgm:spPr/>
    </dgm:pt>
    <dgm:pt modelId="{D1F5884F-3DA1-4428-A983-BE7621BA6EDD}" type="pres">
      <dgm:prSet presAssocID="{1075A29C-1ABE-4BDA-9C0E-B329D07F4B30}" presName="parentLin" presStyleCnt="0"/>
      <dgm:spPr/>
    </dgm:pt>
    <dgm:pt modelId="{2D837964-1DBA-46A0-BADE-9DB8B8F91225}" type="pres">
      <dgm:prSet presAssocID="{1075A29C-1ABE-4BDA-9C0E-B329D07F4B30}" presName="parentLeftMargin" presStyleLbl="node1" presStyleIdx="6" presStyleCnt="8"/>
      <dgm:spPr/>
    </dgm:pt>
    <dgm:pt modelId="{893AA126-4E16-4A15-9B85-2B65A6722755}" type="pres">
      <dgm:prSet presAssocID="{1075A29C-1ABE-4BDA-9C0E-B329D07F4B30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1796574B-6DD3-4FB2-8CEB-BBF9F5F6DA21}" type="pres">
      <dgm:prSet presAssocID="{1075A29C-1ABE-4BDA-9C0E-B329D07F4B30}" presName="negativeSpace" presStyleCnt="0"/>
      <dgm:spPr/>
    </dgm:pt>
    <dgm:pt modelId="{157638D0-90CE-4A57-9394-1051BAE3A2E1}" type="pres">
      <dgm:prSet presAssocID="{1075A29C-1ABE-4BDA-9C0E-B329D07F4B30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16DB9708-94A8-4A8C-99AA-644D6254CFCD}" srcId="{C37AF08F-6E7B-468C-8038-F1DD259279DE}" destId="{1075A29C-1ABE-4BDA-9C0E-B329D07F4B30}" srcOrd="7" destOrd="0" parTransId="{D4366A30-B64C-488C-8400-B5955FCCE967}" sibTransId="{4399B1A2-E21F-4EC1-9975-1C623599CEDC}"/>
    <dgm:cxn modelId="{FC71FF35-A28F-4418-B2F8-D51067856979}" type="presOf" srcId="{6D217674-DFCF-4F28-A415-0AFB89804A5F}" destId="{FF993A8E-9D6A-4535-9658-76154C745797}" srcOrd="1" destOrd="0" presId="urn:microsoft.com/office/officeart/2005/8/layout/list1"/>
    <dgm:cxn modelId="{249F883D-2D2F-428B-92F0-35716554D20B}" type="presOf" srcId="{53091FBD-E65F-448A-A76C-5D75B4A38B70}" destId="{8E36FD97-B462-4F30-96D0-BF24D0E90DA2}" srcOrd="0" destOrd="0" presId="urn:microsoft.com/office/officeart/2005/8/layout/list1"/>
    <dgm:cxn modelId="{06E3853E-D2FB-40FC-8753-F4B718CC5ECD}" type="presOf" srcId="{674BA957-54FD-415E-BE4F-22FEEA843B3D}" destId="{BE8022DF-0BEB-4109-94C8-03B63A438D9E}" srcOrd="0" destOrd="0" presId="urn:microsoft.com/office/officeart/2005/8/layout/list1"/>
    <dgm:cxn modelId="{30315F41-D4EA-43F7-9969-A7BB0F9CF2BD}" type="presOf" srcId="{9589F44F-1697-4074-B83B-EB3908FE702E}" destId="{CE906307-116B-4EBE-856E-44BF03E727C7}" srcOrd="1" destOrd="0" presId="urn:microsoft.com/office/officeart/2005/8/layout/list1"/>
    <dgm:cxn modelId="{67051946-C2A4-471D-8B2C-70AB25555C65}" type="presOf" srcId="{9589F44F-1697-4074-B83B-EB3908FE702E}" destId="{94BCE7C2-0730-4558-9614-1BFFB3802676}" srcOrd="0" destOrd="0" presId="urn:microsoft.com/office/officeart/2005/8/layout/list1"/>
    <dgm:cxn modelId="{2C0E004C-378C-4475-BB71-7634A32B970E}" type="presOf" srcId="{CF63FA51-620C-456D-B613-B16516FDC86A}" destId="{1A29B2B9-5348-4E7F-B43F-71F2F6B72924}" srcOrd="1" destOrd="0" presId="urn:microsoft.com/office/officeart/2005/8/layout/list1"/>
    <dgm:cxn modelId="{717A4C57-422F-4463-8742-20C9C6542828}" type="presOf" srcId="{A23C65A4-23A4-4AD1-BD97-05823A28A702}" destId="{A051916C-BCAA-41A7-B2D6-3D3029B92B5F}" srcOrd="0" destOrd="0" presId="urn:microsoft.com/office/officeart/2005/8/layout/list1"/>
    <dgm:cxn modelId="{27C0A35B-AE7F-401F-9A5E-6ADE95D7475E}" srcId="{C37AF08F-6E7B-468C-8038-F1DD259279DE}" destId="{A23C65A4-23A4-4AD1-BD97-05823A28A702}" srcOrd="0" destOrd="0" parTransId="{CCD68A79-DA09-4E9B-BC55-734E9FA69626}" sibTransId="{0CDF4C15-9EAC-4C68-A9C5-9C8ECA25F2B3}"/>
    <dgm:cxn modelId="{8B22EA60-25AF-4ECB-BEBA-146A6AF393FE}" srcId="{C37AF08F-6E7B-468C-8038-F1DD259279DE}" destId="{9589F44F-1697-4074-B83B-EB3908FE702E}" srcOrd="2" destOrd="0" parTransId="{C3894AEE-CC2F-4101-9A48-08D26FED898F}" sibTransId="{A7CF7EBE-0DDE-4C25-8AED-A8FC082A984D}"/>
    <dgm:cxn modelId="{8661EF62-8188-4AA4-8DAC-F254AB219697}" type="presOf" srcId="{6D217674-DFCF-4F28-A415-0AFB89804A5F}" destId="{7034005A-2645-43DA-9AE6-FA85D974A13E}" srcOrd="0" destOrd="0" presId="urn:microsoft.com/office/officeart/2005/8/layout/list1"/>
    <dgm:cxn modelId="{BBFBBF6D-908A-4205-8157-245CC9D2ED8D}" type="presOf" srcId="{1075A29C-1ABE-4BDA-9C0E-B329D07F4B30}" destId="{2D837964-1DBA-46A0-BADE-9DB8B8F91225}" srcOrd="0" destOrd="0" presId="urn:microsoft.com/office/officeart/2005/8/layout/list1"/>
    <dgm:cxn modelId="{50258D93-188F-4C09-A621-78FD35151420}" type="presOf" srcId="{1075A29C-1ABE-4BDA-9C0E-B329D07F4B30}" destId="{893AA126-4E16-4A15-9B85-2B65A6722755}" srcOrd="1" destOrd="0" presId="urn:microsoft.com/office/officeart/2005/8/layout/list1"/>
    <dgm:cxn modelId="{CAFE6A97-240E-4ED5-9150-E14B24AA8D66}" srcId="{C37AF08F-6E7B-468C-8038-F1DD259279DE}" destId="{6D217674-DFCF-4F28-A415-0AFB89804A5F}" srcOrd="5" destOrd="0" parTransId="{5DF657B3-11F9-458A-B84E-C648D8C8458A}" sibTransId="{FFCDA78C-46D2-45F3-A8CF-9ADBBB82F23A}"/>
    <dgm:cxn modelId="{F37C7A9D-CECD-40F9-BAE7-F4774C8997F2}" type="presOf" srcId="{C37AF08F-6E7B-468C-8038-F1DD259279DE}" destId="{A96C995A-E7F4-42B1-A48F-AB74EFBF8CA8}" srcOrd="0" destOrd="0" presId="urn:microsoft.com/office/officeart/2005/8/layout/list1"/>
    <dgm:cxn modelId="{155058AE-9D96-4D11-A9D5-91BB06EC8F4B}" srcId="{C37AF08F-6E7B-468C-8038-F1DD259279DE}" destId="{CF63FA51-620C-456D-B613-B16516FDC86A}" srcOrd="1" destOrd="0" parTransId="{4B858510-FB72-455D-812C-35639B554D13}" sibTransId="{F0FAECBE-A739-40AA-871F-F5DAC1DD552A}"/>
    <dgm:cxn modelId="{159E2EAF-4ABF-4FF0-B1AE-FA6B50C851EC}" type="presOf" srcId="{1ABE0D93-7566-425D-AF42-38F6E05E3193}" destId="{345F6CEB-A435-4EA1-A22F-7DE8F65C33BA}" srcOrd="1" destOrd="0" presId="urn:microsoft.com/office/officeart/2005/8/layout/list1"/>
    <dgm:cxn modelId="{AF882FB1-C9F9-4FF6-B5A8-FEA06EFB7E2F}" type="presOf" srcId="{A23C65A4-23A4-4AD1-BD97-05823A28A702}" destId="{96A18A30-8E77-472C-857F-32814786AAE7}" srcOrd="1" destOrd="0" presId="urn:microsoft.com/office/officeart/2005/8/layout/list1"/>
    <dgm:cxn modelId="{6CFA04BB-BA6A-4974-90A7-506F49E9BE18}" type="presOf" srcId="{674BA957-54FD-415E-BE4F-22FEEA843B3D}" destId="{F40645B2-36AB-4294-81F9-491996952203}" srcOrd="1" destOrd="0" presId="urn:microsoft.com/office/officeart/2005/8/layout/list1"/>
    <dgm:cxn modelId="{57BA0ADF-0A6F-4E44-B15E-A40E4FE8B06F}" srcId="{C37AF08F-6E7B-468C-8038-F1DD259279DE}" destId="{1ABE0D93-7566-425D-AF42-38F6E05E3193}" srcOrd="4" destOrd="0" parTransId="{A77790E1-320B-46AA-B096-ACCD146DD0C5}" sibTransId="{E5E2DBE3-1154-44A2-BFE4-19369899980D}"/>
    <dgm:cxn modelId="{36C47ADF-CE3D-4396-A274-024E72FD3DE4}" srcId="{C37AF08F-6E7B-468C-8038-F1DD259279DE}" destId="{674BA957-54FD-415E-BE4F-22FEEA843B3D}" srcOrd="3" destOrd="0" parTransId="{EAF2B5D7-723F-42F6-9B55-025011D31454}" sibTransId="{6A11884B-730F-485F-A480-B5F409746091}"/>
    <dgm:cxn modelId="{079E19E1-20C8-43D0-941A-BF99F9262454}" type="presOf" srcId="{1ABE0D93-7566-425D-AF42-38F6E05E3193}" destId="{BE8E3F68-6BF3-478A-AA4B-BC25F1F4A5F2}" srcOrd="0" destOrd="0" presId="urn:microsoft.com/office/officeart/2005/8/layout/list1"/>
    <dgm:cxn modelId="{0625BDE1-0C49-4CFF-88D1-999264BF528F}" type="presOf" srcId="{53091FBD-E65F-448A-A76C-5D75B4A38B70}" destId="{5D8035FB-BB95-4626-81D0-FADE282CAE18}" srcOrd="1" destOrd="0" presId="urn:microsoft.com/office/officeart/2005/8/layout/list1"/>
    <dgm:cxn modelId="{3A6DC3FA-E685-46CA-86F8-9A873FD35581}" srcId="{C37AF08F-6E7B-468C-8038-F1DD259279DE}" destId="{53091FBD-E65F-448A-A76C-5D75B4A38B70}" srcOrd="6" destOrd="0" parTransId="{E68B6F5A-C4BC-4E31-9446-6903B90651D7}" sibTransId="{7F719472-7F80-4760-9E40-29A8F16D7E1A}"/>
    <dgm:cxn modelId="{522B6EFE-3628-4E3E-BDA0-E333937BEF7D}" type="presOf" srcId="{CF63FA51-620C-456D-B613-B16516FDC86A}" destId="{75DACEA9-191E-40DD-8E19-AA6AC48450E9}" srcOrd="0" destOrd="0" presId="urn:microsoft.com/office/officeart/2005/8/layout/list1"/>
    <dgm:cxn modelId="{41356C56-A693-45B9-B73F-3C811ED9CE88}" type="presParOf" srcId="{A96C995A-E7F4-42B1-A48F-AB74EFBF8CA8}" destId="{D86CD001-E215-41F6-B8AA-B1E13F554199}" srcOrd="0" destOrd="0" presId="urn:microsoft.com/office/officeart/2005/8/layout/list1"/>
    <dgm:cxn modelId="{EE101BB9-4026-4E4A-9255-9F0D744E1B36}" type="presParOf" srcId="{D86CD001-E215-41F6-B8AA-B1E13F554199}" destId="{A051916C-BCAA-41A7-B2D6-3D3029B92B5F}" srcOrd="0" destOrd="0" presId="urn:microsoft.com/office/officeart/2005/8/layout/list1"/>
    <dgm:cxn modelId="{B518A8B6-8F1E-4201-ABE5-CEE25583D306}" type="presParOf" srcId="{D86CD001-E215-41F6-B8AA-B1E13F554199}" destId="{96A18A30-8E77-472C-857F-32814786AAE7}" srcOrd="1" destOrd="0" presId="urn:microsoft.com/office/officeart/2005/8/layout/list1"/>
    <dgm:cxn modelId="{D6AF6B9E-359B-4DD4-A5D0-ADD3278B58CB}" type="presParOf" srcId="{A96C995A-E7F4-42B1-A48F-AB74EFBF8CA8}" destId="{B79A24C9-57CA-4919-93CC-1D27617BC6B2}" srcOrd="1" destOrd="0" presId="urn:microsoft.com/office/officeart/2005/8/layout/list1"/>
    <dgm:cxn modelId="{0BCA86A4-4C51-4AB8-A56F-25F64AFF0108}" type="presParOf" srcId="{A96C995A-E7F4-42B1-A48F-AB74EFBF8CA8}" destId="{9E46A07C-5FE5-41A2-A283-682E5ACD55C0}" srcOrd="2" destOrd="0" presId="urn:microsoft.com/office/officeart/2005/8/layout/list1"/>
    <dgm:cxn modelId="{C7AF1F62-CB67-461D-90FA-94FE52A8F13F}" type="presParOf" srcId="{A96C995A-E7F4-42B1-A48F-AB74EFBF8CA8}" destId="{34F1DCC7-4C24-4588-9DFC-62D16D021AD5}" srcOrd="3" destOrd="0" presId="urn:microsoft.com/office/officeart/2005/8/layout/list1"/>
    <dgm:cxn modelId="{D720E278-4EC4-42BF-AA37-195EFAC271C7}" type="presParOf" srcId="{A96C995A-E7F4-42B1-A48F-AB74EFBF8CA8}" destId="{3FF5C7B3-2E2F-46B9-A6B9-3EE5434F63C4}" srcOrd="4" destOrd="0" presId="urn:microsoft.com/office/officeart/2005/8/layout/list1"/>
    <dgm:cxn modelId="{168FC696-19A3-44A8-B0AD-F57AB57C7E6E}" type="presParOf" srcId="{3FF5C7B3-2E2F-46B9-A6B9-3EE5434F63C4}" destId="{75DACEA9-191E-40DD-8E19-AA6AC48450E9}" srcOrd="0" destOrd="0" presId="urn:microsoft.com/office/officeart/2005/8/layout/list1"/>
    <dgm:cxn modelId="{EB133A73-B0EA-44E0-8EE2-F4552487B420}" type="presParOf" srcId="{3FF5C7B3-2E2F-46B9-A6B9-3EE5434F63C4}" destId="{1A29B2B9-5348-4E7F-B43F-71F2F6B72924}" srcOrd="1" destOrd="0" presId="urn:microsoft.com/office/officeart/2005/8/layout/list1"/>
    <dgm:cxn modelId="{D36F37D9-B75D-4FAF-AD45-2AB41E67CB88}" type="presParOf" srcId="{A96C995A-E7F4-42B1-A48F-AB74EFBF8CA8}" destId="{778F88D8-728C-45CD-ABB0-2DCC0664F5C3}" srcOrd="5" destOrd="0" presId="urn:microsoft.com/office/officeart/2005/8/layout/list1"/>
    <dgm:cxn modelId="{2AFAB5C1-94E0-40AD-942C-0FACAA2E37EE}" type="presParOf" srcId="{A96C995A-E7F4-42B1-A48F-AB74EFBF8CA8}" destId="{4B556BF9-2A09-44D6-B420-10EE2878784C}" srcOrd="6" destOrd="0" presId="urn:microsoft.com/office/officeart/2005/8/layout/list1"/>
    <dgm:cxn modelId="{7A5A86DD-D430-4899-9CC5-D74C2FB3F547}" type="presParOf" srcId="{A96C995A-E7F4-42B1-A48F-AB74EFBF8CA8}" destId="{8E2DC8A7-7254-4D20-B0C3-653C56989281}" srcOrd="7" destOrd="0" presId="urn:microsoft.com/office/officeart/2005/8/layout/list1"/>
    <dgm:cxn modelId="{922707D4-6B30-45BB-805B-CC290CC59C49}" type="presParOf" srcId="{A96C995A-E7F4-42B1-A48F-AB74EFBF8CA8}" destId="{944042A6-C7D5-4172-96CA-306BCE8D391D}" srcOrd="8" destOrd="0" presId="urn:microsoft.com/office/officeart/2005/8/layout/list1"/>
    <dgm:cxn modelId="{7900DB2B-106A-44F1-8E7C-6C71984A69BF}" type="presParOf" srcId="{944042A6-C7D5-4172-96CA-306BCE8D391D}" destId="{94BCE7C2-0730-4558-9614-1BFFB3802676}" srcOrd="0" destOrd="0" presId="urn:microsoft.com/office/officeart/2005/8/layout/list1"/>
    <dgm:cxn modelId="{A13DC355-8603-4FC0-8F8D-B4F6B05680ED}" type="presParOf" srcId="{944042A6-C7D5-4172-96CA-306BCE8D391D}" destId="{CE906307-116B-4EBE-856E-44BF03E727C7}" srcOrd="1" destOrd="0" presId="urn:microsoft.com/office/officeart/2005/8/layout/list1"/>
    <dgm:cxn modelId="{8A7D66C6-F3AB-49F4-AD47-93AAD6453E29}" type="presParOf" srcId="{A96C995A-E7F4-42B1-A48F-AB74EFBF8CA8}" destId="{0B4FB765-B403-4B87-B123-479365A09C7A}" srcOrd="9" destOrd="0" presId="urn:microsoft.com/office/officeart/2005/8/layout/list1"/>
    <dgm:cxn modelId="{637B624C-C6C7-4F14-894B-4F93F7D06A29}" type="presParOf" srcId="{A96C995A-E7F4-42B1-A48F-AB74EFBF8CA8}" destId="{9476CBCC-DCE0-4FF6-A3A7-B517ED52BD93}" srcOrd="10" destOrd="0" presId="urn:microsoft.com/office/officeart/2005/8/layout/list1"/>
    <dgm:cxn modelId="{5A4D0121-9671-4E98-B6FD-E6D1BFC8CC18}" type="presParOf" srcId="{A96C995A-E7F4-42B1-A48F-AB74EFBF8CA8}" destId="{C0FB737A-34CA-49F8-88EB-11DB0DC76831}" srcOrd="11" destOrd="0" presId="urn:microsoft.com/office/officeart/2005/8/layout/list1"/>
    <dgm:cxn modelId="{897D39F3-B7A1-411B-B868-6D88401BACD9}" type="presParOf" srcId="{A96C995A-E7F4-42B1-A48F-AB74EFBF8CA8}" destId="{07DFD8A8-A55A-4DA2-BF32-4F51C98B4A75}" srcOrd="12" destOrd="0" presId="urn:microsoft.com/office/officeart/2005/8/layout/list1"/>
    <dgm:cxn modelId="{DAC63367-D918-448D-859C-51E7991892FF}" type="presParOf" srcId="{07DFD8A8-A55A-4DA2-BF32-4F51C98B4A75}" destId="{BE8022DF-0BEB-4109-94C8-03B63A438D9E}" srcOrd="0" destOrd="0" presId="urn:microsoft.com/office/officeart/2005/8/layout/list1"/>
    <dgm:cxn modelId="{3DF77E94-0ABE-41DD-A5EF-F1A4871C4189}" type="presParOf" srcId="{07DFD8A8-A55A-4DA2-BF32-4F51C98B4A75}" destId="{F40645B2-36AB-4294-81F9-491996952203}" srcOrd="1" destOrd="0" presId="urn:microsoft.com/office/officeart/2005/8/layout/list1"/>
    <dgm:cxn modelId="{9F354F4A-8D86-48CC-BE4E-EE903993EB8B}" type="presParOf" srcId="{A96C995A-E7F4-42B1-A48F-AB74EFBF8CA8}" destId="{A90304FC-9BBE-4BE0-BB62-287CFB18C159}" srcOrd="13" destOrd="0" presId="urn:microsoft.com/office/officeart/2005/8/layout/list1"/>
    <dgm:cxn modelId="{2E800070-DC38-4B37-A91F-DF8D35C9AB3A}" type="presParOf" srcId="{A96C995A-E7F4-42B1-A48F-AB74EFBF8CA8}" destId="{F8D02F53-6359-4130-A0F3-63CA9227C695}" srcOrd="14" destOrd="0" presId="urn:microsoft.com/office/officeart/2005/8/layout/list1"/>
    <dgm:cxn modelId="{35A642C1-280F-4A94-B02F-5384DEB54094}" type="presParOf" srcId="{A96C995A-E7F4-42B1-A48F-AB74EFBF8CA8}" destId="{8C3617A4-639D-400E-943C-294782D073F8}" srcOrd="15" destOrd="0" presId="urn:microsoft.com/office/officeart/2005/8/layout/list1"/>
    <dgm:cxn modelId="{1E8EB4A3-3AD1-4AF9-A511-AB290EDF1524}" type="presParOf" srcId="{A96C995A-E7F4-42B1-A48F-AB74EFBF8CA8}" destId="{F1FE4DB4-451B-4541-914F-8227854D3123}" srcOrd="16" destOrd="0" presId="urn:microsoft.com/office/officeart/2005/8/layout/list1"/>
    <dgm:cxn modelId="{C406E8D6-9645-4CD4-B1BF-7A952BCBA52A}" type="presParOf" srcId="{F1FE4DB4-451B-4541-914F-8227854D3123}" destId="{BE8E3F68-6BF3-478A-AA4B-BC25F1F4A5F2}" srcOrd="0" destOrd="0" presId="urn:microsoft.com/office/officeart/2005/8/layout/list1"/>
    <dgm:cxn modelId="{4E8772A1-57EE-46C3-ABC0-207FE22149A2}" type="presParOf" srcId="{F1FE4DB4-451B-4541-914F-8227854D3123}" destId="{345F6CEB-A435-4EA1-A22F-7DE8F65C33BA}" srcOrd="1" destOrd="0" presId="urn:microsoft.com/office/officeart/2005/8/layout/list1"/>
    <dgm:cxn modelId="{923E9B6F-6256-43E3-8DB8-E340E62D95DE}" type="presParOf" srcId="{A96C995A-E7F4-42B1-A48F-AB74EFBF8CA8}" destId="{C04F2769-18DA-4809-8CF3-9166C25F9D9A}" srcOrd="17" destOrd="0" presId="urn:microsoft.com/office/officeart/2005/8/layout/list1"/>
    <dgm:cxn modelId="{2638B6B8-BB38-488B-AD15-C8DBB757EA80}" type="presParOf" srcId="{A96C995A-E7F4-42B1-A48F-AB74EFBF8CA8}" destId="{A33545ED-2FDF-474A-AB83-301C56E0F084}" srcOrd="18" destOrd="0" presId="urn:microsoft.com/office/officeart/2005/8/layout/list1"/>
    <dgm:cxn modelId="{29ADCD93-A889-45AA-9990-A7C7699EF214}" type="presParOf" srcId="{A96C995A-E7F4-42B1-A48F-AB74EFBF8CA8}" destId="{5DB86B1E-9A25-4AC1-8F44-0B4F99F52F1B}" srcOrd="19" destOrd="0" presId="urn:microsoft.com/office/officeart/2005/8/layout/list1"/>
    <dgm:cxn modelId="{45885B43-D7C3-49E3-882E-5B711161EAD3}" type="presParOf" srcId="{A96C995A-E7F4-42B1-A48F-AB74EFBF8CA8}" destId="{C1091F8E-7DC5-45CA-84EE-8665B523999F}" srcOrd="20" destOrd="0" presId="urn:microsoft.com/office/officeart/2005/8/layout/list1"/>
    <dgm:cxn modelId="{9B91B63B-835F-490B-BE5C-77616A429AEC}" type="presParOf" srcId="{C1091F8E-7DC5-45CA-84EE-8665B523999F}" destId="{7034005A-2645-43DA-9AE6-FA85D974A13E}" srcOrd="0" destOrd="0" presId="urn:microsoft.com/office/officeart/2005/8/layout/list1"/>
    <dgm:cxn modelId="{6DC43A6A-C3F0-41DF-AF84-A16704DA5225}" type="presParOf" srcId="{C1091F8E-7DC5-45CA-84EE-8665B523999F}" destId="{FF993A8E-9D6A-4535-9658-76154C745797}" srcOrd="1" destOrd="0" presId="urn:microsoft.com/office/officeart/2005/8/layout/list1"/>
    <dgm:cxn modelId="{F5165D90-4FBF-4C8D-A9E0-941CC792833C}" type="presParOf" srcId="{A96C995A-E7F4-42B1-A48F-AB74EFBF8CA8}" destId="{5C8E17E4-3419-4549-9EFB-598CF1775A0D}" srcOrd="21" destOrd="0" presId="urn:microsoft.com/office/officeart/2005/8/layout/list1"/>
    <dgm:cxn modelId="{6518C092-3069-4E8D-9F46-B1F16866D03B}" type="presParOf" srcId="{A96C995A-E7F4-42B1-A48F-AB74EFBF8CA8}" destId="{69E574D0-F995-4AFB-BF29-3AB69F6DF984}" srcOrd="22" destOrd="0" presId="urn:microsoft.com/office/officeart/2005/8/layout/list1"/>
    <dgm:cxn modelId="{60650D3B-9331-487B-8A60-5BB42E9C4C12}" type="presParOf" srcId="{A96C995A-E7F4-42B1-A48F-AB74EFBF8CA8}" destId="{07C53FA4-2AC2-46ED-A13D-4C3DB7E2593C}" srcOrd="23" destOrd="0" presId="urn:microsoft.com/office/officeart/2005/8/layout/list1"/>
    <dgm:cxn modelId="{1A7B93C5-2402-4600-A4D1-FFCAA5FDEE79}" type="presParOf" srcId="{A96C995A-E7F4-42B1-A48F-AB74EFBF8CA8}" destId="{FF3F800E-E03B-4E2A-B3C5-A16282EC3363}" srcOrd="24" destOrd="0" presId="urn:microsoft.com/office/officeart/2005/8/layout/list1"/>
    <dgm:cxn modelId="{B8ECE469-6169-41FD-940C-B9A819EB1861}" type="presParOf" srcId="{FF3F800E-E03B-4E2A-B3C5-A16282EC3363}" destId="{8E36FD97-B462-4F30-96D0-BF24D0E90DA2}" srcOrd="0" destOrd="0" presId="urn:microsoft.com/office/officeart/2005/8/layout/list1"/>
    <dgm:cxn modelId="{12BD1725-47C1-4EAF-BD51-A15008F95860}" type="presParOf" srcId="{FF3F800E-E03B-4E2A-B3C5-A16282EC3363}" destId="{5D8035FB-BB95-4626-81D0-FADE282CAE18}" srcOrd="1" destOrd="0" presId="urn:microsoft.com/office/officeart/2005/8/layout/list1"/>
    <dgm:cxn modelId="{F7307550-863B-41D4-9AA1-FD17BEF11E6D}" type="presParOf" srcId="{A96C995A-E7F4-42B1-A48F-AB74EFBF8CA8}" destId="{C6ABE279-77AF-4644-8AB5-DD3E6462195D}" srcOrd="25" destOrd="0" presId="urn:microsoft.com/office/officeart/2005/8/layout/list1"/>
    <dgm:cxn modelId="{DB851D3F-5E1C-44CE-B4B5-20A35A872618}" type="presParOf" srcId="{A96C995A-E7F4-42B1-A48F-AB74EFBF8CA8}" destId="{51DF5821-E3B3-4DFA-B093-578807102350}" srcOrd="26" destOrd="0" presId="urn:microsoft.com/office/officeart/2005/8/layout/list1"/>
    <dgm:cxn modelId="{F12E1756-90CF-4507-8A57-35BA2127DBD0}" type="presParOf" srcId="{A96C995A-E7F4-42B1-A48F-AB74EFBF8CA8}" destId="{77C8CDB0-7146-49E1-A460-16C22142C1A2}" srcOrd="27" destOrd="0" presId="urn:microsoft.com/office/officeart/2005/8/layout/list1"/>
    <dgm:cxn modelId="{A3CCE81B-3816-4D98-B3CC-4DF4744E4591}" type="presParOf" srcId="{A96C995A-E7F4-42B1-A48F-AB74EFBF8CA8}" destId="{D1F5884F-3DA1-4428-A983-BE7621BA6EDD}" srcOrd="28" destOrd="0" presId="urn:microsoft.com/office/officeart/2005/8/layout/list1"/>
    <dgm:cxn modelId="{A91BCAA7-6C8C-45A8-9773-9E4C3DA1C868}" type="presParOf" srcId="{D1F5884F-3DA1-4428-A983-BE7621BA6EDD}" destId="{2D837964-1DBA-46A0-BADE-9DB8B8F91225}" srcOrd="0" destOrd="0" presId="urn:microsoft.com/office/officeart/2005/8/layout/list1"/>
    <dgm:cxn modelId="{3A8FCDD4-1B24-4D59-8E28-EC8F56A07029}" type="presParOf" srcId="{D1F5884F-3DA1-4428-A983-BE7621BA6EDD}" destId="{893AA126-4E16-4A15-9B85-2B65A6722755}" srcOrd="1" destOrd="0" presId="urn:microsoft.com/office/officeart/2005/8/layout/list1"/>
    <dgm:cxn modelId="{0CF31949-B963-49AB-8C2C-F70A7F5B8C8F}" type="presParOf" srcId="{A96C995A-E7F4-42B1-A48F-AB74EFBF8CA8}" destId="{1796574B-6DD3-4FB2-8CEB-BBF9F5F6DA21}" srcOrd="29" destOrd="0" presId="urn:microsoft.com/office/officeart/2005/8/layout/list1"/>
    <dgm:cxn modelId="{8377010F-F739-4465-9FD7-9B7048473B61}" type="presParOf" srcId="{A96C995A-E7F4-42B1-A48F-AB74EFBF8CA8}" destId="{157638D0-90CE-4A57-9394-1051BAE3A2E1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6A07C-5FE5-41A2-A283-682E5ACD55C0}">
      <dsp:nvSpPr>
        <dsp:cNvPr id="0" name=""/>
        <dsp:cNvSpPr/>
      </dsp:nvSpPr>
      <dsp:spPr>
        <a:xfrm>
          <a:off x="0" y="308200"/>
          <a:ext cx="691276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6A18A30-8E77-472C-857F-32814786AAE7}">
      <dsp:nvSpPr>
        <dsp:cNvPr id="0" name=""/>
        <dsp:cNvSpPr/>
      </dsp:nvSpPr>
      <dsp:spPr>
        <a:xfrm>
          <a:off x="345638" y="116320"/>
          <a:ext cx="4838937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brightRoom" dir="tl">
            <a:rot lat="0" lon="0" rev="1800000"/>
          </a:lightRig>
        </a:scene3d>
        <a:sp3d contourW="10160" prstMaterial="dkEdge">
          <a:bevelT w="38100" h="50800" prst="angle"/>
          <a:contourClr>
            <a:schemeClr val="accent2">
              <a:hueOff val="0"/>
              <a:satOff val="0"/>
              <a:lumOff val="0"/>
              <a:alphaOff val="0"/>
              <a:shade val="4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INTRODUCTION</a:t>
          </a:r>
        </a:p>
      </dsp:txBody>
      <dsp:txXfrm>
        <a:off x="364372" y="135054"/>
        <a:ext cx="4801469" cy="346292"/>
      </dsp:txXfrm>
    </dsp:sp>
    <dsp:sp modelId="{4B556BF9-2A09-44D6-B420-10EE2878784C}">
      <dsp:nvSpPr>
        <dsp:cNvPr id="0" name=""/>
        <dsp:cNvSpPr/>
      </dsp:nvSpPr>
      <dsp:spPr>
        <a:xfrm>
          <a:off x="0" y="897880"/>
          <a:ext cx="691276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29B2B9-5348-4E7F-B43F-71F2F6B72924}">
      <dsp:nvSpPr>
        <dsp:cNvPr id="0" name=""/>
        <dsp:cNvSpPr/>
      </dsp:nvSpPr>
      <dsp:spPr>
        <a:xfrm>
          <a:off x="345638" y="706000"/>
          <a:ext cx="4838937" cy="3837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brightRoom" dir="tl">
            <a:rot lat="0" lon="0" rev="1800000"/>
          </a:lightRig>
        </a:scene3d>
        <a:sp3d contourW="10160" prstMaterial="dkEdge">
          <a:bevelT w="38100" h="50800" prst="angle"/>
          <a:contourClr>
            <a:schemeClr val="accent3">
              <a:hueOff val="0"/>
              <a:satOff val="0"/>
              <a:lumOff val="0"/>
              <a:alphaOff val="0"/>
              <a:shade val="4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Problématique </a:t>
          </a:r>
        </a:p>
      </dsp:txBody>
      <dsp:txXfrm>
        <a:off x="364372" y="724734"/>
        <a:ext cx="4801469" cy="346292"/>
      </dsp:txXfrm>
    </dsp:sp>
    <dsp:sp modelId="{9476CBCC-DCE0-4FF6-A3A7-B517ED52BD93}">
      <dsp:nvSpPr>
        <dsp:cNvPr id="0" name=""/>
        <dsp:cNvSpPr/>
      </dsp:nvSpPr>
      <dsp:spPr>
        <a:xfrm>
          <a:off x="0" y="1487560"/>
          <a:ext cx="691276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E906307-116B-4EBE-856E-44BF03E727C7}">
      <dsp:nvSpPr>
        <dsp:cNvPr id="0" name=""/>
        <dsp:cNvSpPr/>
      </dsp:nvSpPr>
      <dsp:spPr>
        <a:xfrm>
          <a:off x="345638" y="1295680"/>
          <a:ext cx="4838937" cy="3837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brightRoom" dir="tl">
            <a:rot lat="0" lon="0" rev="1800000"/>
          </a:lightRig>
        </a:scene3d>
        <a:sp3d contourW="10160" prstMaterial="dkEdge">
          <a:bevelT w="38100" h="50800" prst="angle"/>
          <a:contourClr>
            <a:schemeClr val="accent4">
              <a:hueOff val="0"/>
              <a:satOff val="0"/>
              <a:lumOff val="0"/>
              <a:alphaOff val="0"/>
              <a:shade val="4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Présentation du sujet</a:t>
          </a:r>
        </a:p>
      </dsp:txBody>
      <dsp:txXfrm>
        <a:off x="364372" y="1314414"/>
        <a:ext cx="4801469" cy="346292"/>
      </dsp:txXfrm>
    </dsp:sp>
    <dsp:sp modelId="{F8D02F53-6359-4130-A0F3-63CA9227C695}">
      <dsp:nvSpPr>
        <dsp:cNvPr id="0" name=""/>
        <dsp:cNvSpPr/>
      </dsp:nvSpPr>
      <dsp:spPr>
        <a:xfrm>
          <a:off x="0" y="2077240"/>
          <a:ext cx="691276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40645B2-36AB-4294-81F9-491996952203}">
      <dsp:nvSpPr>
        <dsp:cNvPr id="0" name=""/>
        <dsp:cNvSpPr/>
      </dsp:nvSpPr>
      <dsp:spPr>
        <a:xfrm>
          <a:off x="345638" y="1885360"/>
          <a:ext cx="4838937" cy="3837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brightRoom" dir="tl">
            <a:rot lat="0" lon="0" rev="1800000"/>
          </a:lightRig>
        </a:scene3d>
        <a:sp3d contourW="10160" prstMaterial="dkEdge">
          <a:bevelT w="38100" h="50800" prst="angle"/>
          <a:contourClr>
            <a:schemeClr val="accent5">
              <a:hueOff val="0"/>
              <a:satOff val="0"/>
              <a:lumOff val="0"/>
              <a:alphaOff val="0"/>
              <a:shade val="4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Analyse et Modélisation</a:t>
          </a:r>
        </a:p>
      </dsp:txBody>
      <dsp:txXfrm>
        <a:off x="364372" y="1904094"/>
        <a:ext cx="4801469" cy="346292"/>
      </dsp:txXfrm>
    </dsp:sp>
    <dsp:sp modelId="{A33545ED-2FDF-474A-AB83-301C56E0F084}">
      <dsp:nvSpPr>
        <dsp:cNvPr id="0" name=""/>
        <dsp:cNvSpPr/>
      </dsp:nvSpPr>
      <dsp:spPr>
        <a:xfrm>
          <a:off x="0" y="2666920"/>
          <a:ext cx="691276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45F6CEB-A435-4EA1-A22F-7DE8F65C33BA}">
      <dsp:nvSpPr>
        <dsp:cNvPr id="0" name=""/>
        <dsp:cNvSpPr/>
      </dsp:nvSpPr>
      <dsp:spPr>
        <a:xfrm>
          <a:off x="345638" y="2475040"/>
          <a:ext cx="4838937" cy="3837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brightRoom" dir="tl">
            <a:rot lat="0" lon="0" rev="1800000"/>
          </a:lightRig>
        </a:scene3d>
        <a:sp3d contourW="10160" prstMaterial="dkEdge">
          <a:bevelT w="38100" h="50800" prst="angle"/>
          <a:contourClr>
            <a:schemeClr val="accent6">
              <a:hueOff val="0"/>
              <a:satOff val="0"/>
              <a:lumOff val="0"/>
              <a:alphaOff val="0"/>
              <a:shade val="4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Architecture du projet</a:t>
          </a:r>
        </a:p>
      </dsp:txBody>
      <dsp:txXfrm>
        <a:off x="364372" y="2493774"/>
        <a:ext cx="4801469" cy="346292"/>
      </dsp:txXfrm>
    </dsp:sp>
    <dsp:sp modelId="{69E574D0-F995-4AFB-BF29-3AB69F6DF984}">
      <dsp:nvSpPr>
        <dsp:cNvPr id="0" name=""/>
        <dsp:cNvSpPr/>
      </dsp:nvSpPr>
      <dsp:spPr>
        <a:xfrm>
          <a:off x="0" y="3274203"/>
          <a:ext cx="691276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993A8E-9D6A-4535-9658-76154C745797}">
      <dsp:nvSpPr>
        <dsp:cNvPr id="0" name=""/>
        <dsp:cNvSpPr/>
      </dsp:nvSpPr>
      <dsp:spPr>
        <a:xfrm>
          <a:off x="345638" y="3064720"/>
          <a:ext cx="4838937" cy="40136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brightRoom" dir="tl">
            <a:rot lat="0" lon="0" rev="1800000"/>
          </a:lightRig>
        </a:scene3d>
        <a:sp3d contourW="10160" prstMaterial="dkEdge">
          <a:bevelT w="38100" h="50800" prst="angle"/>
          <a:contourClr>
            <a:schemeClr val="accent2">
              <a:hueOff val="0"/>
              <a:satOff val="0"/>
              <a:lumOff val="0"/>
              <a:alphaOff val="0"/>
              <a:shade val="4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Zoom sur la bouteille de gaz (</a:t>
          </a:r>
          <a:r>
            <a:rPr lang="en-US" sz="1600" b="1" kern="1200" dirty="0" err="1">
              <a:solidFill>
                <a:schemeClr val="bg1"/>
              </a:solidFill>
            </a:rPr>
            <a:t>Analogie</a:t>
          </a:r>
          <a:r>
            <a:rPr lang="en-US" sz="1600" b="1" kern="1200" dirty="0">
              <a:solidFill>
                <a:schemeClr val="bg1"/>
              </a:solidFill>
            </a:rPr>
            <a:t> de la </a:t>
          </a:r>
          <a:r>
            <a:rPr lang="en-US" sz="1600" b="1" kern="1200" dirty="0" err="1">
              <a:solidFill>
                <a:schemeClr val="bg1"/>
              </a:solidFill>
            </a:rPr>
            <a:t>bouteille</a:t>
          </a:r>
          <a:r>
            <a:rPr lang="en-US" sz="1600" b="1" kern="1200" dirty="0">
              <a:solidFill>
                <a:schemeClr val="bg1"/>
              </a:solidFill>
            </a:rPr>
            <a:t> </a:t>
          </a:r>
          <a:r>
            <a:rPr lang="en-US" sz="1600" b="1" kern="1200" dirty="0" err="1">
              <a:solidFill>
                <a:schemeClr val="bg1"/>
              </a:solidFill>
            </a:rPr>
            <a:t>d’eau</a:t>
          </a:r>
          <a:r>
            <a:rPr lang="en-US" sz="1600" b="1" kern="1200" dirty="0">
              <a:solidFill>
                <a:schemeClr val="bg1"/>
              </a:solidFill>
            </a:rPr>
            <a:t>)</a:t>
          </a:r>
          <a:endParaRPr lang="fr-FR" sz="1600" b="1" kern="1200" dirty="0">
            <a:solidFill>
              <a:schemeClr val="bg1"/>
            </a:solidFill>
          </a:endParaRPr>
        </a:p>
      </dsp:txBody>
      <dsp:txXfrm>
        <a:off x="365231" y="3084313"/>
        <a:ext cx="4799751" cy="362177"/>
      </dsp:txXfrm>
    </dsp:sp>
    <dsp:sp modelId="{51DF5821-E3B3-4DFA-B093-578807102350}">
      <dsp:nvSpPr>
        <dsp:cNvPr id="0" name=""/>
        <dsp:cNvSpPr/>
      </dsp:nvSpPr>
      <dsp:spPr>
        <a:xfrm>
          <a:off x="0" y="3863883"/>
          <a:ext cx="691276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D8035FB-BB95-4626-81D0-FADE282CAE18}">
      <dsp:nvSpPr>
        <dsp:cNvPr id="0" name=""/>
        <dsp:cNvSpPr/>
      </dsp:nvSpPr>
      <dsp:spPr>
        <a:xfrm>
          <a:off x="345638" y="3672003"/>
          <a:ext cx="4838937" cy="3837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brightRoom" dir="tl">
            <a:rot lat="0" lon="0" rev="1800000"/>
          </a:lightRig>
        </a:scene3d>
        <a:sp3d contourW="10160" prstMaterial="dkEdge">
          <a:bevelT w="38100" h="50800" prst="angle"/>
          <a:contourClr>
            <a:schemeClr val="accent3">
              <a:hueOff val="0"/>
              <a:satOff val="0"/>
              <a:lumOff val="0"/>
              <a:alphaOff val="0"/>
              <a:shade val="4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Live </a:t>
          </a:r>
          <a:r>
            <a:rPr lang="fr-FR" sz="2000" kern="1200" dirty="0" err="1"/>
            <a:t>Demo</a:t>
          </a:r>
          <a:endParaRPr lang="fr-FR" sz="2000" kern="1200" dirty="0"/>
        </a:p>
      </dsp:txBody>
      <dsp:txXfrm>
        <a:off x="364372" y="3690737"/>
        <a:ext cx="4801469" cy="346292"/>
      </dsp:txXfrm>
    </dsp:sp>
    <dsp:sp modelId="{157638D0-90CE-4A57-9394-1051BAE3A2E1}">
      <dsp:nvSpPr>
        <dsp:cNvPr id="0" name=""/>
        <dsp:cNvSpPr/>
      </dsp:nvSpPr>
      <dsp:spPr>
        <a:xfrm>
          <a:off x="0" y="4453563"/>
          <a:ext cx="691276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93AA126-4E16-4A15-9B85-2B65A6722755}">
      <dsp:nvSpPr>
        <dsp:cNvPr id="0" name=""/>
        <dsp:cNvSpPr/>
      </dsp:nvSpPr>
      <dsp:spPr>
        <a:xfrm>
          <a:off x="345638" y="4261683"/>
          <a:ext cx="4838937" cy="3837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brightRoom" dir="tl">
            <a:rot lat="0" lon="0" rev="1800000"/>
          </a:lightRig>
        </a:scene3d>
        <a:sp3d contourW="10160" prstMaterial="dkEdge">
          <a:bevelT w="38100" h="50800" prst="angle"/>
          <a:contourClr>
            <a:schemeClr val="accent4">
              <a:hueOff val="0"/>
              <a:satOff val="0"/>
              <a:lumOff val="0"/>
              <a:alphaOff val="0"/>
              <a:shade val="4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900" tIns="0" rIns="1829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Conclusion</a:t>
          </a:r>
        </a:p>
      </dsp:txBody>
      <dsp:txXfrm>
        <a:off x="364372" y="4280417"/>
        <a:ext cx="4801469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23A39-E511-474D-8EB4-F73414A7D428}" type="datetimeFigureOut">
              <a:rPr lang="fr-FR" smtClean="0"/>
              <a:t>16/12/2025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BE024-1A1D-4D69-9E1D-096BF0BDEB99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9505126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8188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9900" y="0"/>
            <a:ext cx="3278188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8188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9900" y="10156825"/>
            <a:ext cx="3278188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</a:lstStyle>
          <a:p>
            <a:fld id="{ED198AC2-3764-4F9A-A287-32BCC42C594E}" type="slidenum">
              <a:rPr lang="fr-FR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779695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BEFA6535-D971-413C-A9B0-514F27FB62D1}" type="slidenum">
              <a:rPr lang="fr-FR" altLang="fr-FR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 eaLnBrk="1"/>
              <a:t>1</a:t>
            </a:fld>
            <a:endParaRPr lang="fr-FR" altLang="fr-FR" dirty="0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 dirty="0">
              <a:latin typeface="Times New Roman" panose="02020603050405020304" pitchFamily="18" charset="0"/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3" name="Espace réservé de l'en-tête 2"/>
          <p:cNvSpPr>
            <a:spLocks noGrp="1"/>
          </p:cNvSpPr>
          <p:nvPr>
            <p:ph type="hdr" idx="11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3197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ED198AC2-3764-4F9A-A287-32BCC42C594E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6520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Dans </a:t>
            </a:r>
            <a:r>
              <a:rPr lang="en-US" dirty="0" err="1"/>
              <a:t>nos</a:t>
            </a:r>
            <a:r>
              <a:rPr lang="en-US" dirty="0"/>
              <a:t> foyers, le </a:t>
            </a:r>
            <a:r>
              <a:rPr lang="en-US" dirty="0" err="1"/>
              <a:t>gaz</a:t>
            </a:r>
            <a:r>
              <a:rPr lang="en-US" dirty="0"/>
              <a:t> domestique </a:t>
            </a:r>
            <a:r>
              <a:rPr lang="en-US" dirty="0" err="1"/>
              <a:t>s’est</a:t>
            </a:r>
            <a:r>
              <a:rPr lang="en-US" dirty="0"/>
              <a:t> </a:t>
            </a:r>
            <a:r>
              <a:rPr lang="en-US" dirty="0" err="1"/>
              <a:t>imposé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source </a:t>
            </a:r>
            <a:r>
              <a:rPr lang="en-US" dirty="0" err="1"/>
              <a:t>d’énergie</a:t>
            </a:r>
            <a:r>
              <a:rPr lang="en-US" dirty="0"/>
              <a:t> </a:t>
            </a:r>
            <a:r>
              <a:rPr lang="en-US" dirty="0" err="1"/>
              <a:t>essentielle</a:t>
            </a:r>
            <a:r>
              <a:rPr lang="en-US" dirty="0"/>
              <a:t> pour la </a:t>
            </a:r>
            <a:r>
              <a:rPr lang="en-US" dirty="0" err="1"/>
              <a:t>cuisson</a:t>
            </a:r>
            <a:r>
              <a:rPr lang="en-US" dirty="0"/>
              <a:t>. </a:t>
            </a:r>
            <a:r>
              <a:rPr lang="en-US" dirty="0" err="1"/>
              <a:t>Toutefois</a:t>
            </a:r>
            <a:r>
              <a:rPr lang="en-US" dirty="0"/>
              <a:t>, malgré son adoption massive, son </a:t>
            </a:r>
            <a:r>
              <a:rPr lang="en-US" dirty="0" err="1"/>
              <a:t>utilisation</a:t>
            </a:r>
            <a:r>
              <a:rPr lang="en-US" dirty="0"/>
              <a:t> </a:t>
            </a:r>
            <a:r>
              <a:rPr lang="en-US" dirty="0" err="1"/>
              <a:t>reste</a:t>
            </a:r>
            <a:r>
              <a:rPr lang="en-US" dirty="0"/>
              <a:t> </a:t>
            </a:r>
            <a:r>
              <a:rPr lang="en-US" dirty="0" err="1"/>
              <a:t>marquée</a:t>
            </a:r>
            <a:r>
              <a:rPr lang="en-US" dirty="0"/>
              <a:t> par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contrainte</a:t>
            </a:r>
            <a:r>
              <a:rPr lang="en-US" dirty="0"/>
              <a:t> majeure pour les ménages : </a:t>
            </a:r>
            <a:r>
              <a:rPr lang="en-US" dirty="0" err="1"/>
              <a:t>l’impossibilité</a:t>
            </a:r>
            <a:r>
              <a:rPr lang="en-US" dirty="0"/>
              <a:t> de </a:t>
            </a:r>
            <a:r>
              <a:rPr lang="en-US" dirty="0" err="1"/>
              <a:t>connaître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r>
              <a:rPr lang="en-US" dirty="0"/>
              <a:t> la </a:t>
            </a:r>
            <a:r>
              <a:rPr lang="en-US" dirty="0" err="1"/>
              <a:t>quantité</a:t>
            </a:r>
            <a:r>
              <a:rPr lang="en-US" dirty="0"/>
              <a:t> de </a:t>
            </a:r>
            <a:r>
              <a:rPr lang="en-US" dirty="0" err="1"/>
              <a:t>gaz</a:t>
            </a:r>
            <a:r>
              <a:rPr lang="en-US" dirty="0"/>
              <a:t> restante dans la </a:t>
            </a:r>
            <a:r>
              <a:rPr lang="en-US" dirty="0" err="1"/>
              <a:t>bouteille</a:t>
            </a:r>
            <a:r>
              <a:rPr lang="en-US" dirty="0"/>
              <a:t>. Cette gestion « à </a:t>
            </a:r>
            <a:r>
              <a:rPr lang="en-US" dirty="0" err="1"/>
              <a:t>l’aveugle</a:t>
            </a:r>
            <a:r>
              <a:rPr lang="en-US" dirty="0"/>
              <a:t> » de </a:t>
            </a:r>
            <a:r>
              <a:rPr lang="en-US" dirty="0" err="1"/>
              <a:t>l’énergie</a:t>
            </a:r>
            <a:r>
              <a:rPr lang="en-US" dirty="0"/>
              <a:t> conduit </a:t>
            </a:r>
            <a:r>
              <a:rPr lang="en-US" dirty="0" err="1"/>
              <a:t>fréquemment</a:t>
            </a:r>
            <a:r>
              <a:rPr lang="en-US" dirty="0"/>
              <a:t> à des ruptures </a:t>
            </a:r>
            <a:r>
              <a:rPr lang="en-US" dirty="0" err="1"/>
              <a:t>imprévues</a:t>
            </a:r>
            <a:r>
              <a:rPr lang="en-US" dirty="0"/>
              <a:t>, </a:t>
            </a:r>
            <a:r>
              <a:rPr lang="en-US" dirty="0" err="1"/>
              <a:t>souvent</a:t>
            </a:r>
            <a:r>
              <a:rPr lang="en-US" dirty="0"/>
              <a:t> à des moments critiques du </a:t>
            </a:r>
            <a:r>
              <a:rPr lang="en-US" dirty="0" err="1"/>
              <a:t>quotidien</a:t>
            </a:r>
            <a:r>
              <a:rPr lang="en-US" dirty="0"/>
              <a:t>.</a:t>
            </a:r>
            <a:endParaRPr lang="en-S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ED198AC2-3764-4F9A-A287-32BCC42C594E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2399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ED198AC2-3764-4F9A-A287-32BCC42C594E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6986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>
              <a:defRPr/>
            </a:pP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ED198AC2-3764-4F9A-A287-32BCC42C594E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2345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71657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052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21300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3946525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56125" y="1604963"/>
            <a:ext cx="3946525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2630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9287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6954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84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83052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408903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1784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5813" cy="5307013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30701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49232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8013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3856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1"/>
          <p:cNvSpPr>
            <a:spLocks noChangeArrowheads="1"/>
          </p:cNvSpPr>
          <p:nvPr/>
        </p:nvSpPr>
        <p:spPr bwMode="auto">
          <a:xfrm>
            <a:off x="-9525" y="-7938"/>
            <a:ext cx="9161463" cy="1039813"/>
          </a:xfrm>
          <a:custGeom>
            <a:avLst/>
            <a:gdLst>
              <a:gd name="T0" fmla="*/ 9161463 w 9161463"/>
              <a:gd name="T1" fmla="*/ 519907 h 1039813"/>
              <a:gd name="T2" fmla="*/ 4580732 w 9161463"/>
              <a:gd name="T3" fmla="*/ 1039813 h 1039813"/>
              <a:gd name="T4" fmla="*/ 0 w 9161463"/>
              <a:gd name="T5" fmla="*/ 519907 h 1039813"/>
              <a:gd name="T6" fmla="*/ 4580732 w 9161463"/>
              <a:gd name="T7" fmla="*/ 0 h 1039813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9161463"/>
              <a:gd name="T13" fmla="*/ 0 h 1039813"/>
              <a:gd name="T14" fmla="*/ 9161463 w 9161463"/>
              <a:gd name="T15" fmla="*/ 1039813 h 10398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61463" h="1039813">
                <a:moveTo>
                  <a:pt x="0" y="0"/>
                </a:moveTo>
                <a:lnTo>
                  <a:pt x="25448" y="0"/>
                </a:lnTo>
                <a:lnTo>
                  <a:pt x="25448" y="2888"/>
                </a:lnTo>
                <a:lnTo>
                  <a:pt x="0" y="2888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74A0"/>
              </a:gs>
              <a:gs pos="100000">
                <a:srgbClr val="00C4C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dirty="0"/>
          </a:p>
        </p:txBody>
      </p:sp>
      <p:sp>
        <p:nvSpPr>
          <p:cNvPr id="1027" name="AutoShape 2"/>
          <p:cNvSpPr>
            <a:spLocks noChangeArrowheads="1"/>
          </p:cNvSpPr>
          <p:nvPr/>
        </p:nvSpPr>
        <p:spPr bwMode="auto">
          <a:xfrm>
            <a:off x="4381500" y="-7938"/>
            <a:ext cx="4760913" cy="636588"/>
          </a:xfrm>
          <a:custGeom>
            <a:avLst/>
            <a:gdLst>
              <a:gd name="T0" fmla="*/ 4760913 w 4760913"/>
              <a:gd name="T1" fmla="*/ 318294 h 636588"/>
              <a:gd name="T2" fmla="*/ 2380457 w 4760913"/>
              <a:gd name="T3" fmla="*/ 636588 h 636588"/>
              <a:gd name="T4" fmla="*/ 0 w 4760913"/>
              <a:gd name="T5" fmla="*/ 318294 h 636588"/>
              <a:gd name="T6" fmla="*/ 2380457 w 4760913"/>
              <a:gd name="T7" fmla="*/ 0 h 636588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4760913"/>
              <a:gd name="T13" fmla="*/ 0 h 636588"/>
              <a:gd name="T14" fmla="*/ 4760913 w 4760913"/>
              <a:gd name="T15" fmla="*/ 636588 h 636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60913" h="636588">
                <a:moveTo>
                  <a:pt x="0" y="0"/>
                </a:moveTo>
                <a:lnTo>
                  <a:pt x="13224" y="0"/>
                </a:lnTo>
                <a:lnTo>
                  <a:pt x="13224" y="1768"/>
                </a:lnTo>
                <a:lnTo>
                  <a:pt x="0" y="1768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/>
              </a:gs>
              <a:gs pos="100000">
                <a:srgbClr val="008AB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dirty="0"/>
          </a:p>
        </p:txBody>
      </p:sp>
      <p:sp>
        <p:nvSpPr>
          <p:cNvPr id="1028" name="AutoShape 3"/>
          <p:cNvSpPr>
            <a:spLocks noChangeArrowheads="1"/>
          </p:cNvSpPr>
          <p:nvPr/>
        </p:nvSpPr>
        <p:spPr bwMode="auto">
          <a:xfrm>
            <a:off x="-28575" y="422275"/>
            <a:ext cx="9161463" cy="647700"/>
          </a:xfrm>
          <a:custGeom>
            <a:avLst/>
            <a:gdLst>
              <a:gd name="T0" fmla="*/ 9161463 w 9161463"/>
              <a:gd name="T1" fmla="*/ 323850 h 647700"/>
              <a:gd name="T2" fmla="*/ 4580732 w 9161463"/>
              <a:gd name="T3" fmla="*/ 647700 h 647700"/>
              <a:gd name="T4" fmla="*/ 0 w 9161463"/>
              <a:gd name="T5" fmla="*/ 323850 h 647700"/>
              <a:gd name="T6" fmla="*/ 4580732 w 9161463"/>
              <a:gd name="T7" fmla="*/ 0 h 6477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9161463"/>
              <a:gd name="T13" fmla="*/ 0 h 647700"/>
              <a:gd name="T14" fmla="*/ 9161463 w 9161463"/>
              <a:gd name="T15" fmla="*/ 647700 h 6477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61463" h="647700">
                <a:moveTo>
                  <a:pt x="0" y="0"/>
                </a:moveTo>
                <a:lnTo>
                  <a:pt x="25448" y="0"/>
                </a:lnTo>
                <a:lnTo>
                  <a:pt x="25448" y="1798"/>
                </a:lnTo>
                <a:lnTo>
                  <a:pt x="0" y="1798"/>
                </a:lnTo>
                <a:lnTo>
                  <a:pt x="0" y="0"/>
                </a:lnTo>
                <a:close/>
              </a:path>
            </a:pathLst>
          </a:custGeom>
          <a:noFill/>
          <a:ln w="10800">
            <a:solidFill>
              <a:srgbClr val="008A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 dirty="0"/>
          </a:p>
        </p:txBody>
      </p:sp>
      <p:sp>
        <p:nvSpPr>
          <p:cNvPr id="1029" name="AutoShape 4"/>
          <p:cNvSpPr>
            <a:spLocks noChangeArrowheads="1"/>
          </p:cNvSpPr>
          <p:nvPr/>
        </p:nvSpPr>
        <p:spPr bwMode="auto">
          <a:xfrm>
            <a:off x="-22225" y="495300"/>
            <a:ext cx="9174163" cy="528638"/>
          </a:xfrm>
          <a:custGeom>
            <a:avLst/>
            <a:gdLst>
              <a:gd name="T0" fmla="*/ 9174163 w 9174163"/>
              <a:gd name="T1" fmla="*/ 264319 h 528638"/>
              <a:gd name="T2" fmla="*/ 4587082 w 9174163"/>
              <a:gd name="T3" fmla="*/ 528638 h 528638"/>
              <a:gd name="T4" fmla="*/ 0 w 9174163"/>
              <a:gd name="T5" fmla="*/ 264319 h 528638"/>
              <a:gd name="T6" fmla="*/ 4587082 w 9174163"/>
              <a:gd name="T7" fmla="*/ 0 h 528638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9174163"/>
              <a:gd name="T13" fmla="*/ 0 h 528638"/>
              <a:gd name="T14" fmla="*/ 9174163 w 9174163"/>
              <a:gd name="T15" fmla="*/ 528638 h 52863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74163" h="528638">
                <a:moveTo>
                  <a:pt x="0" y="0"/>
                </a:moveTo>
                <a:lnTo>
                  <a:pt x="25483" y="0"/>
                </a:lnTo>
                <a:lnTo>
                  <a:pt x="25483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009D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 dirty="0"/>
          </a:p>
        </p:txBody>
      </p:sp>
      <p:pic>
        <p:nvPicPr>
          <p:cNvPr id="1030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3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80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the title text format</a:t>
            </a:r>
          </a:p>
        </p:txBody>
      </p:sp>
      <p:sp>
        <p:nvSpPr>
          <p:cNvPr id="103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045450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the outline text format</a:t>
            </a:r>
          </a:p>
          <a:p>
            <a:pPr lvl="1"/>
            <a:r>
              <a:rPr lang="en-GB" altLang="fr-FR"/>
              <a:t>Second Outline Level</a:t>
            </a:r>
          </a:p>
          <a:p>
            <a:pPr lvl="2"/>
            <a:r>
              <a:rPr lang="en-GB" altLang="fr-FR"/>
              <a:t>Third Outline Level</a:t>
            </a:r>
          </a:p>
          <a:p>
            <a:pPr lvl="3"/>
            <a:r>
              <a:rPr lang="en-GB" altLang="fr-FR"/>
              <a:t>Fourth Outline Level</a:t>
            </a:r>
          </a:p>
          <a:p>
            <a:pPr lvl="4"/>
            <a:r>
              <a:rPr lang="en-GB" altLang="fr-FR"/>
              <a:t>Fifth Outline Level</a:t>
            </a:r>
          </a:p>
          <a:p>
            <a:pPr lvl="4"/>
            <a:r>
              <a:rPr lang="en-GB" altLang="fr-FR"/>
              <a:t>Sixth Outline Level</a:t>
            </a:r>
          </a:p>
          <a:p>
            <a:pPr lvl="4"/>
            <a:r>
              <a:rPr lang="en-GB" altLang="fr-FR"/>
              <a:t>Seventh Outline Level</a:t>
            </a:r>
          </a:p>
          <a:p>
            <a:pPr lvl="4"/>
            <a:r>
              <a:rPr lang="en-GB" altLang="fr-FR"/>
              <a:t>Eighth Outline Level</a:t>
            </a:r>
          </a:p>
          <a:p>
            <a:pPr lvl="4"/>
            <a:r>
              <a:rPr lang="en-GB" altLang="fr-FR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charset="0"/>
          <a:ea typeface="WenQuanYi Micro Hei" charset="0"/>
          <a:cs typeface="WenQuanYi Micro Hei" charset="0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charset="0"/>
          <a:ea typeface="WenQuanYi Micro Hei" charset="0"/>
          <a:cs typeface="WenQuanYi Micro Hei" charset="0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charset="0"/>
          <a:ea typeface="WenQuanYi Micro Hei" charset="0"/>
          <a:cs typeface="WenQuanYi Micro Hei" charset="0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charset="0"/>
          <a:ea typeface="WenQuanYi Micro Hei" charset="0"/>
          <a:cs typeface="WenQuanYi Micro Hei" charset="0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ea typeface="WenQuanYi Micro Hei" charset="0"/>
          <a:cs typeface="WenQuanYi Micro Hei" charset="0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ea typeface="WenQuanYi Micro Hei" charset="0"/>
          <a:cs typeface="WenQuanYi Micro Hei" charset="0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ea typeface="WenQuanYi Micro Hei" charset="0"/>
          <a:cs typeface="WenQuanYi Micro Hei" charset="0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FFFFFF"/>
          </a:solidFill>
          <a:latin typeface="Arial" charset="0"/>
          <a:ea typeface="WenQuanYi Micro Hei" charset="0"/>
          <a:cs typeface="WenQuanYi Micro Hei" charset="0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3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8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4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 de texte 13"/>
          <p:cNvSpPr txBox="1">
            <a:spLocks noChangeArrowheads="1"/>
          </p:cNvSpPr>
          <p:nvPr/>
        </p:nvSpPr>
        <p:spPr bwMode="auto">
          <a:xfrm>
            <a:off x="2270026" y="6340278"/>
            <a:ext cx="33972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fr-FR" sz="1300" b="1" i="0" u="none" strike="noStrike" cap="none" normalizeH="0" baseline="0" dirty="0">
                <a:ln>
                  <a:noFill/>
                </a:ln>
                <a:solidFill>
                  <a:srgbClr val="003782"/>
                </a:solidFill>
                <a:effectLst/>
                <a:latin typeface="Arial-BoldMT" charset="0"/>
              </a:rPr>
              <a:t>Promotion 2023 - 2025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 de texte 14"/>
          <p:cNvSpPr txBox="1">
            <a:spLocks noChangeArrowheads="1"/>
          </p:cNvSpPr>
          <p:nvPr/>
        </p:nvSpPr>
        <p:spPr bwMode="auto">
          <a:xfrm>
            <a:off x="2260868" y="6525344"/>
            <a:ext cx="3397250" cy="37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fr-FR" sz="1300" b="1" dirty="0">
                <a:solidFill>
                  <a:srgbClr val="003782"/>
                </a:solidFill>
                <a:latin typeface="Arial-BoldMT" charset="0"/>
              </a:rPr>
              <a:t>Décembre</a:t>
            </a:r>
            <a:r>
              <a:rPr kumimoji="0" lang="fr-FR" sz="1300" b="1" i="0" u="none" strike="noStrike" cap="none" normalizeH="0" baseline="0" dirty="0">
                <a:ln>
                  <a:noFill/>
                </a:ln>
                <a:solidFill>
                  <a:srgbClr val="003782"/>
                </a:solidFill>
                <a:effectLst/>
                <a:latin typeface="Arial-BoldMT" charset="0"/>
              </a:rPr>
              <a:t> 2025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149254"/>
            <a:ext cx="3275856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b="1" dirty="0">
                <a:solidFill>
                  <a:srgbClr val="008AC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Sous la direction de</a:t>
            </a:r>
            <a:endParaRPr lang="fr-FR" sz="1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dirty="0">
                <a:solidFill>
                  <a:srgbClr val="003782"/>
                </a:solidFill>
                <a:latin typeface="ArialMT"/>
                <a:ea typeface="MS Mincho" panose="02020609040205080304" pitchFamily="49" charset="-128"/>
                <a:cs typeface="ArialMT"/>
              </a:rPr>
              <a:t>Dr. Ismaila </a:t>
            </a:r>
            <a:r>
              <a:rPr lang="x-none" b="1">
                <a:solidFill>
                  <a:srgbClr val="003782"/>
                </a:solidFill>
                <a:latin typeface="ArialMT"/>
                <a:ea typeface="MS Mincho" panose="02020609040205080304" pitchFamily="49" charset="-128"/>
                <a:cs typeface="ArialMT"/>
              </a:rPr>
              <a:t>DIAKHATE</a:t>
            </a:r>
            <a:endParaRPr lang="fr-FR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771" y="5073132"/>
            <a:ext cx="2987824" cy="118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lang="fr-FR" b="1" dirty="0">
                <a:solidFill>
                  <a:srgbClr val="008AC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Présenté et soutenu par</a:t>
            </a:r>
            <a:endParaRPr lang="fr-FR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lang="fr-FR" dirty="0">
                <a:solidFill>
                  <a:srgbClr val="003782"/>
                </a:solidFill>
                <a:latin typeface="ArialMT"/>
                <a:ea typeface="MS Mincho" panose="02020609040205080304" pitchFamily="49" charset="-128"/>
                <a:cs typeface="ArialMT"/>
              </a:rPr>
              <a:t>M. Marie-Ange </a:t>
            </a:r>
            <a:r>
              <a:rPr lang="fr-FR" b="1" dirty="0">
                <a:solidFill>
                  <a:srgbClr val="003782"/>
                </a:solidFill>
                <a:latin typeface="ArialMT"/>
                <a:ea typeface="MS Mincho" panose="02020609040205080304" pitchFamily="49" charset="-128"/>
                <a:cs typeface="ArialMT"/>
              </a:rPr>
              <a:t>AIKPE</a:t>
            </a:r>
            <a:endParaRPr lang="fr-FR" sz="16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r">
              <a:spcAft>
                <a:spcPts val="0"/>
              </a:spcAf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fr-F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23528" y="332656"/>
            <a:ext cx="2376264" cy="172819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fr-FR" sz="1800" b="0" i="0" u="none" strike="noStrike" cap="none" normalizeH="0" baseline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699792" y="2492896"/>
            <a:ext cx="184731" cy="349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pic>
        <p:nvPicPr>
          <p:cNvPr id="3075" name="Image 1">
            <a:extLst>
              <a:ext uri="{FF2B5EF4-FFF2-40B4-BE49-F238E27FC236}">
                <a16:creationId xmlns:a16="http://schemas.microsoft.com/office/drawing/2014/main" id="{03DEB738-ED8B-4C53-BD47-CC0CF9CAB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822" y="-26039"/>
            <a:ext cx="5069706" cy="299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C96065-6E9A-4A5B-A63F-63228D5B9561}"/>
              </a:ext>
            </a:extLst>
          </p:cNvPr>
          <p:cNvSpPr/>
          <p:nvPr/>
        </p:nvSpPr>
        <p:spPr>
          <a:xfrm>
            <a:off x="1691680" y="2409443"/>
            <a:ext cx="3094822" cy="2640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fr-FR" sz="1200" b="1" dirty="0">
                <a:solidFill>
                  <a:srgbClr val="00378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RESEAUX ET TELECOMMUNICATIONS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7326C9-1C54-47D5-BEF7-44104276E9A2}"/>
              </a:ext>
            </a:extLst>
          </p:cNvPr>
          <p:cNvSpPr/>
          <p:nvPr/>
        </p:nvSpPr>
        <p:spPr>
          <a:xfrm>
            <a:off x="1979712" y="2704926"/>
            <a:ext cx="4572000" cy="24974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fr-FR" sz="1100" b="1" dirty="0">
                <a:solidFill>
                  <a:srgbClr val="00378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RESEAUX ET MULTIMEDIA</a:t>
            </a:r>
            <a:endParaRPr lang="fr-FR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212D6-3188-4346-919A-EBECFCF57A64}"/>
              </a:ext>
            </a:extLst>
          </p:cNvPr>
          <p:cNvSpPr/>
          <p:nvPr/>
        </p:nvSpPr>
        <p:spPr>
          <a:xfrm>
            <a:off x="611560" y="3047207"/>
            <a:ext cx="6192688" cy="19046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fr-FR" b="1" dirty="0">
                <a:solidFill>
                  <a:srgbClr val="008AC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THÈME :</a:t>
            </a:r>
            <a:endParaRPr lang="fr-FR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fr-FR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Conception et réalisation d’un système IoT pour la gestion prédictive du gaz domestique et l’optimisation de l’approvisionnement </a:t>
            </a:r>
            <a:endParaRPr lang="fr-FR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fr-FR" sz="10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fr-FR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dir="d"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3808" y="980728"/>
            <a:ext cx="1728192" cy="504056"/>
          </a:xfrm>
        </p:spPr>
        <p:txBody>
          <a:bodyPr/>
          <a:lstStyle/>
          <a:p>
            <a:r>
              <a:rPr lang="fr-FR" dirty="0">
                <a:solidFill>
                  <a:srgbClr val="002060"/>
                </a:solidFill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28384" y="6453336"/>
            <a:ext cx="576064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 2</a:t>
            </a:r>
          </a:p>
        </p:txBody>
      </p:sp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2447663106"/>
              </p:ext>
            </p:extLst>
          </p:nvPr>
        </p:nvGraphicFramePr>
        <p:xfrm>
          <a:off x="395536" y="1979968"/>
          <a:ext cx="6912768" cy="4897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629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99792" y="620688"/>
            <a:ext cx="4608512" cy="779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>
                <a:solidFill>
                  <a:srgbClr val="00B0F0"/>
                </a:solidFill>
                <a:latin typeface="Coolvetica Rg" panose="020B0603030602020004" pitchFamily="34" charset="0"/>
              </a:rPr>
              <a:t>INTRODUCTION</a:t>
            </a:r>
            <a:endParaRPr lang="fr-FR" sz="4800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28384" y="6453336"/>
            <a:ext cx="576064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 3</a:t>
            </a:r>
          </a:p>
        </p:txBody>
      </p:sp>
      <p:pic>
        <p:nvPicPr>
          <p:cNvPr id="3" name="Picture 2" descr="A person in a kitchen&#10;&#10;AI-generated content may be incorrect.">
            <a:extLst>
              <a:ext uri="{FF2B5EF4-FFF2-40B4-BE49-F238E27FC236}">
                <a16:creationId xmlns:a16="http://schemas.microsoft.com/office/drawing/2014/main" id="{24C419D0-CA7A-9327-CF55-416FBC858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492896"/>
            <a:ext cx="7200800" cy="402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00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99792" y="620688"/>
            <a:ext cx="5112568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5400" dirty="0">
                <a:solidFill>
                  <a:srgbClr val="FF6600"/>
                </a:solidFill>
                <a:latin typeface="Coolvetica Rg" panose="020B0603030602020004" pitchFamily="34" charset="0"/>
              </a:rPr>
              <a:t>Problématique </a:t>
            </a:r>
            <a:endParaRPr lang="fr-FR" sz="5400" dirty="0">
              <a:solidFill>
                <a:srgbClr val="FF66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28384" y="6453336"/>
            <a:ext cx="504056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4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39019" y="2491978"/>
            <a:ext cx="8045450" cy="397510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F22A7E-C88F-4833-BAF7-907B786B55F3}"/>
              </a:ext>
            </a:extLst>
          </p:cNvPr>
          <p:cNvSpPr/>
          <p:nvPr/>
        </p:nvSpPr>
        <p:spPr>
          <a:xfrm>
            <a:off x="179512" y="2487290"/>
            <a:ext cx="7092280" cy="3744416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dirty="0"/>
              <a:t>Frustration dans le choix des plats à </a:t>
            </a:r>
            <a:r>
              <a:rPr lang="en-US" dirty="0" err="1"/>
              <a:t>préparer</a:t>
            </a:r>
            <a:r>
              <a:rPr lang="en-US" dirty="0"/>
              <a:t>, </a:t>
            </a:r>
            <a:r>
              <a:rPr lang="en-US" dirty="0" err="1"/>
              <a:t>liée</a:t>
            </a:r>
            <a:r>
              <a:rPr lang="en-US" dirty="0"/>
              <a:t> à </a:t>
            </a:r>
            <a:r>
              <a:rPr lang="en-US" dirty="0" err="1"/>
              <a:t>l’incertitude</a:t>
            </a:r>
            <a:r>
              <a:rPr lang="en-US" dirty="0"/>
              <a:t> sur le </a:t>
            </a:r>
            <a:r>
              <a:rPr lang="en-US" dirty="0" err="1"/>
              <a:t>niveau</a:t>
            </a:r>
            <a:r>
              <a:rPr lang="en-US" dirty="0"/>
              <a:t> </a:t>
            </a:r>
            <a:r>
              <a:rPr lang="en-US" dirty="0" err="1"/>
              <a:t>réel</a:t>
            </a:r>
            <a:r>
              <a:rPr lang="en-US" dirty="0"/>
              <a:t> de </a:t>
            </a:r>
            <a:r>
              <a:rPr lang="en-US" dirty="0" err="1"/>
              <a:t>gaz</a:t>
            </a:r>
            <a:r>
              <a:rPr lang="en-US" dirty="0"/>
              <a:t> disponible;</a:t>
            </a:r>
          </a:p>
          <a:p>
            <a:pPr lvl="0">
              <a:lnSpc>
                <a:spcPct val="150000"/>
              </a:lnSpc>
              <a:buClr>
                <a:schemeClr val="accent2"/>
              </a:buClr>
            </a:pPr>
            <a:endParaRPr lang="fr-FR" dirty="0"/>
          </a:p>
          <a:p>
            <a:pPr marL="285750" lvl="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dirty="0" err="1"/>
              <a:t>Expérience</a:t>
            </a:r>
            <a:r>
              <a:rPr lang="en-US" dirty="0"/>
              <a:t> </a:t>
            </a:r>
            <a:r>
              <a:rPr lang="en-US" dirty="0" err="1"/>
              <a:t>culinaire</a:t>
            </a:r>
            <a:r>
              <a:rPr lang="en-US" dirty="0"/>
              <a:t> </a:t>
            </a:r>
            <a:r>
              <a:rPr lang="en-US" dirty="0" err="1"/>
              <a:t>perturbée</a:t>
            </a:r>
            <a:r>
              <a:rPr lang="en-US" dirty="0"/>
              <a:t> par des ruptures </a:t>
            </a:r>
            <a:r>
              <a:rPr lang="en-US" dirty="0" err="1"/>
              <a:t>sèches</a:t>
            </a:r>
            <a:r>
              <a:rPr lang="en-US" dirty="0"/>
              <a:t> </a:t>
            </a:r>
            <a:r>
              <a:rPr lang="en-US" dirty="0" err="1"/>
              <a:t>imprévues</a:t>
            </a:r>
            <a:r>
              <a:rPr lang="en-US" dirty="0"/>
              <a:t>, dues à </a:t>
            </a:r>
            <a:r>
              <a:rPr lang="en-US" dirty="0" err="1"/>
              <a:t>l’absence</a:t>
            </a:r>
            <a:r>
              <a:rPr lang="en-US" dirty="0"/>
              <a:t> </a:t>
            </a:r>
            <a:r>
              <a:rPr lang="en-US" dirty="0" err="1"/>
              <a:t>d’information</a:t>
            </a:r>
            <a:r>
              <a:rPr lang="en-US" dirty="0"/>
              <a:t> sur le </a:t>
            </a:r>
            <a:r>
              <a:rPr lang="en-US" dirty="0" err="1"/>
              <a:t>niveau</a:t>
            </a:r>
            <a:r>
              <a:rPr lang="en-US" dirty="0"/>
              <a:t> </a:t>
            </a:r>
            <a:r>
              <a:rPr lang="en-US" dirty="0" err="1"/>
              <a:t>actuel</a:t>
            </a:r>
            <a:r>
              <a:rPr lang="en-US" dirty="0"/>
              <a:t> de </a:t>
            </a:r>
            <a:r>
              <a:rPr lang="en-US" dirty="0" err="1"/>
              <a:t>gaz</a:t>
            </a:r>
            <a:r>
              <a:rPr lang="fr-FR" dirty="0"/>
              <a:t>;</a:t>
            </a:r>
          </a:p>
          <a:p>
            <a:pPr marL="285750" lvl="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lvl="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dirty="0" err="1"/>
              <a:t>Difficulté</a:t>
            </a:r>
            <a:r>
              <a:rPr lang="en-US" dirty="0"/>
              <a:t> à se </a:t>
            </a:r>
            <a:r>
              <a:rPr lang="en-US" dirty="0" err="1"/>
              <a:t>réapprovisionner</a:t>
            </a:r>
            <a:r>
              <a:rPr lang="en-US" dirty="0"/>
              <a:t> </a:t>
            </a:r>
            <a:r>
              <a:rPr lang="en-US" dirty="0" err="1"/>
              <a:t>rapidement</a:t>
            </a:r>
            <a:r>
              <a:rPr lang="en-US" dirty="0"/>
              <a:t>, </a:t>
            </a:r>
            <a:r>
              <a:rPr lang="en-US" dirty="0" err="1"/>
              <a:t>notamment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période</a:t>
            </a:r>
            <a:r>
              <a:rPr lang="en-US" dirty="0"/>
              <a:t> de fête </a:t>
            </a:r>
            <a:r>
              <a:rPr lang="en-US" dirty="0" err="1"/>
              <a:t>où</a:t>
            </a:r>
            <a:r>
              <a:rPr lang="en-US" dirty="0"/>
              <a:t> la </a:t>
            </a:r>
            <a:r>
              <a:rPr lang="en-US" dirty="0" err="1"/>
              <a:t>demande</a:t>
            </a:r>
            <a:r>
              <a:rPr lang="en-US" dirty="0"/>
              <a:t> est </a:t>
            </a:r>
            <a:r>
              <a:rPr lang="en-US" dirty="0" err="1"/>
              <a:t>particulièrement</a:t>
            </a:r>
            <a:r>
              <a:rPr lang="en-US" dirty="0"/>
              <a:t> </a:t>
            </a:r>
            <a:r>
              <a:rPr lang="en-US" dirty="0" err="1"/>
              <a:t>élevée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486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28384" y="6453336"/>
            <a:ext cx="576064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9752" y="409395"/>
            <a:ext cx="4896544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000" b="1" dirty="0">
                <a:solidFill>
                  <a:schemeClr val="accent4"/>
                </a:solidFill>
                <a:latin typeface="Coolvetica Rg" panose="020B0603030602020004" pitchFamily="34" charset="0"/>
              </a:rPr>
              <a:t>Présentation du sujet</a:t>
            </a:r>
            <a:endParaRPr lang="fr-FR" sz="4000" b="1" dirty="0">
              <a:solidFill>
                <a:schemeClr val="accent4"/>
              </a:solidFill>
            </a:endParaRPr>
          </a:p>
        </p:txBody>
      </p:sp>
      <p:sp>
        <p:nvSpPr>
          <p:cNvPr id="8" name="ZoneTexte 4"/>
          <p:cNvSpPr txBox="1"/>
          <p:nvPr/>
        </p:nvSpPr>
        <p:spPr>
          <a:xfrm>
            <a:off x="0" y="3718591"/>
            <a:ext cx="7488832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«</a:t>
            </a:r>
            <a:r>
              <a:rPr lang="fr-FR" sz="2800" dirty="0">
                <a:solidFill>
                  <a:schemeClr val="tx2"/>
                </a:solidFill>
              </a:rPr>
              <a:t>Développement d’un système IoT pour la gestion prédictive du gaz domestique et l’optimisation de l’approvisionnement</a:t>
            </a:r>
            <a:r>
              <a:rPr lang="fr-FR" sz="2800" dirty="0">
                <a:solidFill>
                  <a:schemeClr val="accent2">
                    <a:lumMod val="50000"/>
                  </a:schemeClr>
                </a:solidFill>
              </a:rPr>
              <a:t>»  </a:t>
            </a: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619672" y="1610993"/>
            <a:ext cx="3528392" cy="1059400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			</a:t>
            </a:r>
            <a:r>
              <a:rPr lang="fr-FR" sz="3200" b="1" dirty="0">
                <a:solidFill>
                  <a:srgbClr val="00B050"/>
                </a:solidFill>
              </a:rPr>
              <a:t>Solution</a:t>
            </a:r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456714"/>
            <a:ext cx="968982" cy="96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9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7510" y="219018"/>
            <a:ext cx="4917986" cy="1008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Analyse et Modélisation </a:t>
            </a:r>
          </a:p>
          <a:p>
            <a:pPr algn="ctr"/>
            <a:r>
              <a:rPr lang="fr-FR" sz="32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1720" y="2032353"/>
            <a:ext cx="3956532" cy="378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solidFill>
                  <a:srgbClr val="92D050"/>
                </a:solidFill>
                <a:ea typeface="MS Mincho"/>
                <a:cs typeface="Times New Roman" panose="02020603050405020304" pitchFamily="18" charset="0"/>
              </a:rPr>
              <a:t>Diagramme de cas d’utilisation</a:t>
            </a:r>
            <a:endParaRPr lang="fr-FR" sz="2000" b="1" dirty="0">
              <a:solidFill>
                <a:srgbClr val="92D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28384" y="6453336"/>
            <a:ext cx="504056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38A293-FEB1-130E-B6A9-1975F365B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425055"/>
            <a:ext cx="5972175" cy="442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3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8013" cy="923702"/>
          </a:xfrm>
        </p:spPr>
        <p:txBody>
          <a:bodyPr/>
          <a:lstStyle/>
          <a:p>
            <a:br>
              <a:rPr lang="fr-FR" sz="2800" b="1" dirty="0">
                <a:solidFill>
                  <a:schemeClr val="accent1"/>
                </a:solidFill>
                <a:latin typeface="Coolvetica Rg" panose="020B0603030602020004" pitchFamily="34" charset="0"/>
              </a:rPr>
            </a:br>
            <a:r>
              <a:rPr lang="fr-FR" sz="28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Analyse et Modélisation</a:t>
            </a:r>
            <a:br>
              <a:rPr lang="fr-FR" sz="2800" b="1" dirty="0">
                <a:solidFill>
                  <a:schemeClr val="accent1"/>
                </a:solidFill>
                <a:latin typeface="Coolvetica Rg" panose="020B0603030602020004" pitchFamily="34" charset="0"/>
              </a:rPr>
            </a:br>
            <a:r>
              <a:rPr lang="fr-FR" sz="28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2/2</a:t>
            </a:r>
            <a:br>
              <a:rPr lang="fr-FR" sz="2800" b="1" dirty="0">
                <a:solidFill>
                  <a:schemeClr val="accent1"/>
                </a:solidFill>
                <a:latin typeface="Coolvetica Rg" panose="020B0603030602020004" pitchFamily="34" charset="0"/>
              </a:rPr>
            </a:br>
            <a:endParaRPr lang="fr-FR" sz="2800" b="1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20888"/>
            <a:ext cx="7152903" cy="419828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tx2"/>
                </a:solidFill>
              </a:rPr>
              <a:t>		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ADFB7-8CF3-45B2-978B-FB39454AD3F3}"/>
              </a:ext>
            </a:extLst>
          </p:cNvPr>
          <p:cNvSpPr txBox="1"/>
          <p:nvPr/>
        </p:nvSpPr>
        <p:spPr>
          <a:xfrm>
            <a:off x="8028384" y="6453336"/>
            <a:ext cx="504056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75590A-E500-4CAD-92D9-0019E2C22A33}"/>
              </a:ext>
            </a:extLst>
          </p:cNvPr>
          <p:cNvSpPr/>
          <p:nvPr/>
        </p:nvSpPr>
        <p:spPr>
          <a:xfrm>
            <a:off x="2051720" y="1876033"/>
            <a:ext cx="3664786" cy="4482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tx2"/>
                </a:solidFill>
              </a:rPr>
              <a:t>Diagramme de classe</a:t>
            </a:r>
            <a:endParaRPr lang="fr-FR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E6BA84-5671-74FB-D66F-21B0C4F8C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356490"/>
            <a:ext cx="7152903" cy="43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62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03649" y="1043486"/>
            <a:ext cx="4752528" cy="550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384" y="6508032"/>
            <a:ext cx="648071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 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D3114-E726-DC5F-CD35-9AB1BDDC6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1" y="2647825"/>
            <a:ext cx="7056784" cy="347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0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94DE-BC9A-4A6F-9C1B-EC89AAA97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613361"/>
            <a:ext cx="4248472" cy="1143000"/>
          </a:xfrm>
        </p:spPr>
        <p:txBody>
          <a:bodyPr/>
          <a:lstStyle/>
          <a:p>
            <a:r>
              <a:rPr lang="fr-FR" sz="28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Analogie avec une bouteille d’eau</a:t>
            </a:r>
            <a:br>
              <a:rPr lang="fr-FR" sz="2800" b="1" dirty="0">
                <a:solidFill>
                  <a:schemeClr val="accent1"/>
                </a:solidFill>
                <a:latin typeface="Coolvetica Rg" panose="020B0603030602020004" pitchFamily="34" charset="0"/>
              </a:rPr>
            </a:br>
            <a:r>
              <a:rPr lang="fr-FR" sz="28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(1/2)</a:t>
            </a:r>
            <a:endParaRPr lang="fr-FR" sz="28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90475-959F-4F75-9695-F9C92199B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692052"/>
            <a:ext cx="8045450" cy="4006466"/>
          </a:xfrm>
        </p:spPr>
        <p:txBody>
          <a:bodyPr/>
          <a:lstStyle/>
          <a:p>
            <a:pPr marL="0" indent="0">
              <a:buNone/>
            </a:pPr>
            <a:endParaRPr lang="fr-FR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fr-FR" sz="24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4ABE9-6398-4FE6-9A97-80722D68AFAA}"/>
              </a:ext>
            </a:extLst>
          </p:cNvPr>
          <p:cNvSpPr txBox="1"/>
          <p:nvPr/>
        </p:nvSpPr>
        <p:spPr>
          <a:xfrm>
            <a:off x="8028384" y="6508032"/>
            <a:ext cx="648071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 9</a:t>
            </a:r>
          </a:p>
        </p:txBody>
      </p:sp>
      <p:pic>
        <p:nvPicPr>
          <p:cNvPr id="7" name="Picture 6" descr="Diagram of a gas cylinder with a valve&#10;&#10;AI-generated content may be incorrect.">
            <a:extLst>
              <a:ext uri="{FF2B5EF4-FFF2-40B4-BE49-F238E27FC236}">
                <a16:creationId xmlns:a16="http://schemas.microsoft.com/office/drawing/2014/main" id="{81009788-70D1-B35C-B7DE-62B0747A9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348880"/>
            <a:ext cx="5858652" cy="386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32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13BB-124D-30C8-A7A0-889B0CA9E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211" y="836712"/>
            <a:ext cx="6907577" cy="871518"/>
          </a:xfrm>
        </p:spPr>
        <p:txBody>
          <a:bodyPr/>
          <a:lstStyle/>
          <a:p>
            <a:r>
              <a:rPr lang="fr-FR" sz="32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Analogie à la bouteille d’eau</a:t>
            </a:r>
            <a:br>
              <a:rPr lang="fr-FR" sz="3200" b="1" dirty="0">
                <a:solidFill>
                  <a:schemeClr val="accent1"/>
                </a:solidFill>
                <a:latin typeface="Coolvetica Rg" panose="020B0603030602020004" pitchFamily="34" charset="0"/>
              </a:rPr>
            </a:br>
            <a:r>
              <a:rPr lang="fr-FR" sz="3200" b="1" dirty="0">
                <a:solidFill>
                  <a:schemeClr val="accent1"/>
                </a:solidFill>
                <a:latin typeface="Coolvetica Rg" panose="020B0603030602020004" pitchFamily="34" charset="0"/>
              </a:rPr>
              <a:t>(2/2)</a:t>
            </a:r>
            <a:endParaRPr lang="en-SN" sz="3200" b="1" dirty="0">
              <a:solidFill>
                <a:schemeClr val="accent1"/>
              </a:solidFill>
            </a:endParaRPr>
          </a:p>
        </p:txBody>
      </p:sp>
      <p:pic>
        <p:nvPicPr>
          <p:cNvPr id="4" name="Content Placeholder 3" descr="A blue and yellow object with dots&#10;&#10;AI-generated content may be incorrect.">
            <a:extLst>
              <a:ext uri="{FF2B5EF4-FFF2-40B4-BE49-F238E27FC236}">
                <a16:creationId xmlns:a16="http://schemas.microsoft.com/office/drawing/2014/main" id="{D47B1A27-CE5E-35AB-B9C2-B0A3BB3D7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40968"/>
            <a:ext cx="3307177" cy="3096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833453-694D-FBC5-08F3-EB77AB10F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724" y="3140968"/>
            <a:ext cx="3307177" cy="30963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46B467-9811-7711-CF97-72B64071CC58}"/>
              </a:ext>
            </a:extLst>
          </p:cNvPr>
          <p:cNvSpPr/>
          <p:nvPr/>
        </p:nvSpPr>
        <p:spPr>
          <a:xfrm>
            <a:off x="755576" y="2204864"/>
            <a:ext cx="1800200" cy="725686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dirty="0"/>
              <a:t>Gaz fermé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D86638-3132-D50D-D331-54E7F1EA3412}"/>
              </a:ext>
            </a:extLst>
          </p:cNvPr>
          <p:cNvSpPr/>
          <p:nvPr/>
        </p:nvSpPr>
        <p:spPr>
          <a:xfrm>
            <a:off x="4932040" y="2204864"/>
            <a:ext cx="1800200" cy="725686"/>
          </a:xfrm>
          <a:prstGeom prst="rect">
            <a:avLst/>
          </a:prstGeom>
        </p:spPr>
        <p:txBody>
          <a:bodyPr/>
          <a:lstStyle/>
          <a:p>
            <a:pPr marL="285750" lvl="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lang="en-US" dirty="0"/>
              <a:t>Gaz </a:t>
            </a:r>
            <a:r>
              <a:rPr lang="en-US" dirty="0" err="1"/>
              <a:t>Ouvert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A0533-CFC9-9FD3-FEFD-3EA098DAE261}"/>
              </a:ext>
            </a:extLst>
          </p:cNvPr>
          <p:cNvSpPr txBox="1"/>
          <p:nvPr/>
        </p:nvSpPr>
        <p:spPr>
          <a:xfrm>
            <a:off x="8025788" y="6381328"/>
            <a:ext cx="648071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 10</a:t>
            </a:r>
          </a:p>
        </p:txBody>
      </p:sp>
    </p:spTree>
    <p:extLst>
      <p:ext uri="{BB962C8B-B14F-4D97-AF65-F5344CB8AC3E}">
        <p14:creationId xmlns:p14="http://schemas.microsoft.com/office/powerpoint/2010/main" val="130484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BC8709-29ED-474E-BD8A-B0728D7021BD}"/>
              </a:ext>
            </a:extLst>
          </p:cNvPr>
          <p:cNvSpPr txBox="1"/>
          <p:nvPr/>
        </p:nvSpPr>
        <p:spPr>
          <a:xfrm>
            <a:off x="1259632" y="3429000"/>
            <a:ext cx="5472608" cy="722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accent1"/>
                </a:solidFill>
              </a:rPr>
              <a:t>Live </a:t>
            </a:r>
            <a:r>
              <a:rPr lang="fr-FR" sz="4400" dirty="0" err="1">
                <a:solidFill>
                  <a:schemeClr val="accent1"/>
                </a:solidFill>
              </a:rPr>
              <a:t>Demo</a:t>
            </a:r>
            <a:endParaRPr lang="fr-FR" sz="44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BF365-E6FC-4F88-90C3-C7CC2D625BFF}"/>
              </a:ext>
            </a:extLst>
          </p:cNvPr>
          <p:cNvSpPr txBox="1"/>
          <p:nvPr/>
        </p:nvSpPr>
        <p:spPr>
          <a:xfrm>
            <a:off x="8028384" y="6453336"/>
            <a:ext cx="504056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1138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91680" y="1772816"/>
            <a:ext cx="4320480" cy="722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400" b="1" dirty="0">
                <a:solidFill>
                  <a:schemeClr val="accent2"/>
                </a:solidFill>
                <a:latin typeface="Coolvetica Rg" panose="020B0603030602020004" pitchFamily="34" charset="0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2400" y="6301209"/>
            <a:ext cx="648072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E4DE64-1E9E-4AD6-276C-41D6F5FCD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763259"/>
            <a:ext cx="7272808" cy="369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8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420888"/>
            <a:ext cx="6696744" cy="3183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b="1" dirty="0">
                <a:solidFill>
                  <a:schemeClr val="tx2"/>
                </a:solidFill>
                <a:latin typeface="Coolvetica Rg" panose="020B0603030602020004" pitchFamily="34" charset="0"/>
              </a:rPr>
              <a:t>🙏🏼</a:t>
            </a:r>
          </a:p>
          <a:p>
            <a:pPr algn="ctr"/>
            <a:r>
              <a:rPr lang="fr-FR" sz="5400" b="1" dirty="0">
                <a:solidFill>
                  <a:schemeClr val="tx2"/>
                </a:solidFill>
                <a:latin typeface="Coolvetica Rg" panose="020B0603030602020004" pitchFamily="34" charset="0"/>
              </a:rPr>
              <a:t>MERCI </a:t>
            </a:r>
          </a:p>
          <a:p>
            <a:pPr algn="ctr"/>
            <a:r>
              <a:rPr lang="fr-FR" sz="5400" b="1" dirty="0">
                <a:solidFill>
                  <a:schemeClr val="tx2"/>
                </a:solidFill>
                <a:latin typeface="Coolvetica Rg" panose="020B0603030602020004" pitchFamily="34" charset="0"/>
              </a:rPr>
              <a:t>DE VOTRE AIMABLE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2400" y="6237312"/>
            <a:ext cx="648072" cy="349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 12</a:t>
            </a:r>
          </a:p>
        </p:txBody>
      </p:sp>
    </p:spTree>
    <p:extLst>
      <p:ext uri="{BB962C8B-B14F-4D97-AF65-F5344CB8AC3E}">
        <p14:creationId xmlns:p14="http://schemas.microsoft.com/office/powerpoint/2010/main" val="344961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hème Office">
      <a:majorFont>
        <a:latin typeface="Arial"/>
        <a:ea typeface="WenQuanYi Micro Hei"/>
        <a:cs typeface="WenQuanYi Micro Hei"/>
      </a:majorFont>
      <a:minorFont>
        <a:latin typeface="Arial"/>
        <a:ea typeface="WenQuanYi Micro Hei"/>
        <a:cs typeface="WenQuanYi Micro Hei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16909</TotalTime>
  <Words>318</Words>
  <Application>Microsoft Macintosh PowerPoint</Application>
  <PresentationFormat>On-screen Show (4:3)</PresentationFormat>
  <Paragraphs>66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Arial-BoldMT</vt:lpstr>
      <vt:lpstr>ArialMT</vt:lpstr>
      <vt:lpstr>Coolvetica Rg</vt:lpstr>
      <vt:lpstr>MS Mincho</vt:lpstr>
      <vt:lpstr>Arial</vt:lpstr>
      <vt:lpstr>Times New Roman</vt:lpstr>
      <vt:lpstr>Wingdings</vt:lpstr>
      <vt:lpstr>Thème Office</vt:lpstr>
      <vt:lpstr>PowerPoint Presentation</vt:lpstr>
      <vt:lpstr>PLAN</vt:lpstr>
      <vt:lpstr>PowerPoint Presentation</vt:lpstr>
      <vt:lpstr>PowerPoint Presentation</vt:lpstr>
      <vt:lpstr>   Solution </vt:lpstr>
      <vt:lpstr>PowerPoint Presentation</vt:lpstr>
      <vt:lpstr> Analyse et Modélisation 2/2 </vt:lpstr>
      <vt:lpstr>PowerPoint Presentation</vt:lpstr>
      <vt:lpstr>Analogie avec une bouteille d’eau (1/2)</vt:lpstr>
      <vt:lpstr>Analogie à la bouteille d’eau (2/2)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HP EliteBook 2540p</dc:creator>
  <cp:lastModifiedBy>AMALD</cp:lastModifiedBy>
  <cp:revision>912</cp:revision>
  <cp:lastPrinted>1601-01-01T00:00:00Z</cp:lastPrinted>
  <dcterms:created xsi:type="dcterms:W3CDTF">1601-01-01T00:00:00Z</dcterms:created>
  <dcterms:modified xsi:type="dcterms:W3CDTF">2025-12-17T19:16:12Z</dcterms:modified>
</cp:coreProperties>
</file>